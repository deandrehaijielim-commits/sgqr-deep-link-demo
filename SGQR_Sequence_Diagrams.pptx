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12"/>
    <p:sldId id="260" r:id="rId11"/>
    <p:sldId id="262" r:id="rId13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  <Relationship Id="rId12" Type="http://schemas.openxmlformats.org/officeDocument/2006/relationships/slide" Target="slides/slide6.xml"/>
  <Relationship Id="rId13" Type="http://schemas.openxmlformats.org/officeDocument/2006/relationships/slide" Target="slides/slide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-seq-6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-seq-5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bank (A, B, or C)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grid of bank tiles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one bank (A, B, or 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bank&lt;x&gt;demo://pay?token=…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X’?”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183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183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user journey, two platforms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5 steps are identical on Android and iOS — only how you pick a bank differs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82880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" y="1828800"/>
            <a:ext cx="868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37160" y="443484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" y="4434840"/>
            <a:ext cx="777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47088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011680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31620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31620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browser (Chrome)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182112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16452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25" name="Text 23"/>
          <p:cNvSpPr/>
          <p:nvPr/>
        </p:nvSpPr>
        <p:spPr>
          <a:xfrm>
            <a:off x="3616452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16752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27" name="Text 25"/>
          <p:cNvSpPr/>
          <p:nvPr/>
        </p:nvSpPr>
        <p:spPr>
          <a:xfrm>
            <a:off x="601675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66944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76672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native app chooser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266944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76672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bank button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picker page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81344" y="3063240"/>
            <a:ext cx="0" cy="1371600"/>
          </a:xfrm>
          <a:prstGeom prst="line">
            <a:avLst/>
          </a:prstGeom>
          <a:noFill/>
          <a:ln w="1905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01284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5701284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01584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36" name="Text 34"/>
          <p:cNvSpPr/>
          <p:nvPr/>
        </p:nvSpPr>
        <p:spPr>
          <a:xfrm>
            <a:off x="810158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51776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61504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51776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61504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66176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86116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3" name="Text 41"/>
          <p:cNvSpPr/>
          <p:nvPr/>
        </p:nvSpPr>
        <p:spPr>
          <a:xfrm>
            <a:off x="7786116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186416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45" name="Text 43"/>
          <p:cNvSpPr/>
          <p:nvPr/>
        </p:nvSpPr>
        <p:spPr>
          <a:xfrm>
            <a:off x="1018641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36608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46336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436608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46336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351008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70948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52" name="Text 50"/>
          <p:cNvSpPr/>
          <p:nvPr/>
        </p:nvSpPr>
        <p:spPr>
          <a:xfrm>
            <a:off x="9870948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598932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21295C"/>
          </a:solidFill>
          <a:ln/>
        </p:spPr>
      </p:sp>
      <p:sp>
        <p:nvSpPr>
          <p:cNvPr id="54" name="Text 52"/>
          <p:cNvSpPr/>
          <p:nvPr/>
        </p:nvSpPr>
        <p:spPr>
          <a:xfrm>
            <a:off x="822960" y="59893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user's side, it's one QR code and the same 5 beats every time — the only thing that changes is the mechanic behind step 3, driven entirely by how each OS treats an unregistered link.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0" y="112862"/>
            <a:ext cx="11500000" cy="663227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0" y="112862"/>
            <a:ext cx="11500000" cy="663227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6 Methods, Sequence by Sequence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approach plus all 5 alternative methods — how each one actually resolves, confirmed live on real devices</a:t>
            </a:r>
          </a:p>
        </p:txBody>
      </p:sp>
      <p:sp>
        <p:nvSpPr>
          <p:cNvPr id="11" name="THead"/>
          <p:cNvSpPr/>
          <p:nvPr/>
        </p:nvSpPr>
        <p:spPr>
          <a:xfrm>
            <a:off x="548640" y="1750000"/>
            <a:ext cx="21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12" name="THead"/>
          <p:cNvSpPr/>
          <p:nvPr/>
        </p:nvSpPr>
        <p:spPr>
          <a:xfrm>
            <a:off x="2648640" y="1750000"/>
            <a:ext cx="29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Mechanism</a:t>
            </a:r>
          </a:p>
        </p:txBody>
      </p:sp>
      <p:sp>
        <p:nvSpPr>
          <p:cNvPr id="13" name="THead"/>
          <p:cNvSpPr/>
          <p:nvPr/>
        </p:nvSpPr>
        <p:spPr>
          <a:xfrm>
            <a:off x="5548640" y="1750000"/>
            <a:ext cx="27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Resolves via</a:t>
            </a:r>
          </a:p>
        </p:txBody>
      </p:sp>
      <p:sp>
        <p:nvSpPr>
          <p:cNvPr id="14" name="THead"/>
          <p:cNvSpPr/>
          <p:nvPr/>
        </p:nvSpPr>
        <p:spPr>
          <a:xfrm>
            <a:off x="8248640" y="1750000"/>
            <a:ext cx="34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Live result</a:t>
            </a:r>
          </a:p>
        </p:txBody>
      </p:sp>
      <p:sp>
        <p:nvSpPr>
          <p:cNvPr id="15" name="TCell"/>
          <p:cNvSpPr/>
          <p:nvPr/>
        </p:nvSpPr>
        <p:spPr>
          <a:xfrm>
            <a:off x="548640" y="2250000"/>
            <a:ext cx="21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Unregistered link</a:t>
            </a:r>
          </a:p>
        </p:txBody>
      </p:sp>
      <p:sp>
        <p:nvSpPr>
          <p:cNvPr id="16" name="TCell"/>
          <p:cNvSpPr/>
          <p:nvPr/>
        </p:nvSpPr>
        <p:spPr>
          <a:xfrm>
            <a:off x="2648640" y="2250000"/>
            <a:ext cx="29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Core approach (Bank A/B/C)</a:t>
            </a:r>
          </a:p>
        </p:txBody>
      </p:sp>
      <p:sp>
        <p:nvSpPr>
          <p:cNvPr id="17" name="TCell"/>
          <p:cNvSpPr/>
          <p:nvPr/>
        </p:nvSpPr>
        <p:spPr>
          <a:xfrm>
            <a:off x="5548640" y="2250000"/>
            <a:ext cx="2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No verification → chooser/picker is the point</a:t>
            </a:r>
          </a:p>
        </p:txBody>
      </p:sp>
      <p:sp>
        <p:nvSpPr>
          <p:cNvPr id="18" name="TCell"/>
          <p:cNvSpPr/>
          <p:nvPr/>
        </p:nvSpPr>
        <p:spPr>
          <a:xfrm>
            <a:off x="8248640" y="2250000"/>
            <a:ext cx="3400000" cy="62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Working end to end, both platforms</a:t>
            </a:r>
          </a:p>
        </p:txBody>
      </p:sp>
      <p:sp>
        <p:nvSpPr>
          <p:cNvPr id="19" name="TCell"/>
          <p:cNvSpPr/>
          <p:nvPr/>
        </p:nvSpPr>
        <p:spPr>
          <a:xfrm>
            <a:off x="548640" y="2870000"/>
            <a:ext cx="21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1</a:t>
            </a:r>
          </a:p>
        </p:txBody>
      </p:sp>
      <p:sp>
        <p:nvSpPr>
          <p:cNvPr id="20" name="TCell"/>
          <p:cNvSpPr/>
          <p:nvPr/>
        </p:nvSpPr>
        <p:spPr>
          <a:xfrm>
            <a:off x="2648640" y="2870000"/>
            <a:ext cx="29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Verified Android App Links</a:t>
            </a:r>
          </a:p>
        </p:txBody>
      </p:sp>
      <p:sp>
        <p:nvSpPr>
          <p:cNvPr id="21" name="TCell"/>
          <p:cNvSpPr/>
          <p:nvPr/>
        </p:nvSpPr>
        <p:spPr>
          <a:xfrm>
            <a:off x="5548640" y="2870000"/>
            <a:ext cx="2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OS-verified ownership → direct launch</a:t>
            </a:r>
          </a:p>
        </p:txBody>
      </p:sp>
      <p:sp>
        <p:nvSpPr>
          <p:cNvPr id="22" name="TCell"/>
          <p:cNvSpPr/>
          <p:nvPr/>
        </p:nvSpPr>
        <p:spPr>
          <a:xfrm>
            <a:off x="8248640" y="2870000"/>
            <a:ext cx="3400000" cy="62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23" name="TCell"/>
          <p:cNvSpPr/>
          <p:nvPr/>
        </p:nvSpPr>
        <p:spPr>
          <a:xfrm>
            <a:off x="548640" y="3490000"/>
            <a:ext cx="21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2</a:t>
            </a:r>
          </a:p>
        </p:txBody>
      </p:sp>
      <p:sp>
        <p:nvSpPr>
          <p:cNvPr id="24" name="TCell"/>
          <p:cNvSpPr/>
          <p:nvPr/>
        </p:nvSpPr>
        <p:spPr>
          <a:xfrm>
            <a:off x="2648640" y="3490000"/>
            <a:ext cx="29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Verified iOS Universal Links</a:t>
            </a:r>
          </a:p>
        </p:txBody>
      </p:sp>
      <p:sp>
        <p:nvSpPr>
          <p:cNvPr id="25" name="TCell"/>
          <p:cNvSpPr/>
          <p:nvPr/>
        </p:nvSpPr>
        <p:spPr>
          <a:xfrm>
            <a:off x="5548640" y="3490000"/>
            <a:ext cx="2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Entitlement + AASA → intended silent handoff</a:t>
            </a:r>
          </a:p>
        </p:txBody>
      </p:sp>
      <p:sp>
        <p:nvSpPr>
          <p:cNvPr id="26" name="TCell"/>
          <p:cNvSpPr/>
          <p:nvPr/>
        </p:nvSpPr>
        <p:spPr>
          <a:xfrm>
            <a:off x="8248640" y="3490000"/>
            <a:ext cx="3400000" cy="62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27" name="TCell"/>
          <p:cNvSpPr/>
          <p:nvPr/>
        </p:nvSpPr>
        <p:spPr>
          <a:xfrm>
            <a:off x="548640" y="4110000"/>
            <a:ext cx="21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3</a:t>
            </a:r>
          </a:p>
        </p:txBody>
      </p:sp>
      <p:sp>
        <p:nvSpPr>
          <p:cNvPr id="28" name="TCell"/>
          <p:cNvSpPr/>
          <p:nvPr/>
        </p:nvSpPr>
        <p:spPr>
          <a:xfrm>
            <a:off x="2648640" y="4110000"/>
            <a:ext cx="29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iOS Smart App Banner</a:t>
            </a:r>
          </a:p>
        </p:txBody>
      </p:sp>
      <p:sp>
        <p:nvSpPr>
          <p:cNvPr id="29" name="TCell"/>
          <p:cNvSpPr/>
          <p:nvPr/>
        </p:nvSpPr>
        <p:spPr>
          <a:xfrm>
            <a:off x="5548640" y="4110000"/>
            <a:ext cx="2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Webpage &lt;meta&gt; tag → Safari-rendered banner</a:t>
            </a:r>
          </a:p>
        </p:txBody>
      </p:sp>
      <p:sp>
        <p:nvSpPr>
          <p:cNvPr id="30" name="TCell"/>
          <p:cNvSpPr/>
          <p:nvPr/>
        </p:nvSpPr>
        <p:spPr>
          <a:xfrm>
            <a:off x="8248640" y="4110000"/>
            <a:ext cx="3400000" cy="62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31" name="TCell"/>
          <p:cNvSpPr/>
          <p:nvPr/>
        </p:nvSpPr>
        <p:spPr>
          <a:xfrm>
            <a:off x="548640" y="4730000"/>
            <a:ext cx="21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4</a:t>
            </a:r>
          </a:p>
        </p:txBody>
      </p:sp>
      <p:sp>
        <p:nvSpPr>
          <p:cNvPr id="32" name="TCell"/>
          <p:cNvSpPr/>
          <p:nvPr/>
        </p:nvSpPr>
        <p:spPr>
          <a:xfrm>
            <a:off x="2648640" y="4730000"/>
            <a:ext cx="29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Android Explicit-Package Intent</a:t>
            </a:r>
          </a:p>
        </p:txBody>
      </p:sp>
      <p:sp>
        <p:nvSpPr>
          <p:cNvPr id="33" name="TCell"/>
          <p:cNvSpPr/>
          <p:nvPr/>
        </p:nvSpPr>
        <p:spPr>
          <a:xfrm>
            <a:off x="5548640" y="4730000"/>
            <a:ext cx="2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Sender names the exact package → direct launch</a:t>
            </a:r>
          </a:p>
        </p:txBody>
      </p:sp>
      <p:sp>
        <p:nvSpPr>
          <p:cNvPr id="34" name="TCell"/>
          <p:cNvSpPr/>
          <p:nvPr/>
        </p:nvSpPr>
        <p:spPr>
          <a:xfrm>
            <a:off x="8248640" y="4730000"/>
            <a:ext cx="3400000" cy="62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35" name="TCell"/>
          <p:cNvSpPr/>
          <p:nvPr/>
        </p:nvSpPr>
        <p:spPr>
          <a:xfrm>
            <a:off x="548640" y="5350000"/>
            <a:ext cx="21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5</a:t>
            </a:r>
          </a:p>
        </p:txBody>
      </p:sp>
      <p:sp>
        <p:nvSpPr>
          <p:cNvPr id="36" name="TCell"/>
          <p:cNvSpPr/>
          <p:nvPr/>
        </p:nvSpPr>
        <p:spPr>
          <a:xfrm>
            <a:off x="2648640" y="5350000"/>
            <a:ext cx="29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Deferred Deep Linking</a:t>
            </a:r>
          </a:p>
        </p:txBody>
      </p:sp>
      <p:sp>
        <p:nvSpPr>
          <p:cNvPr id="37" name="TCell"/>
          <p:cNvSpPr/>
          <p:nvPr/>
        </p:nvSpPr>
        <p:spPr>
          <a:xfrm>
            <a:off x="5548640" y="5350000"/>
            <a:ext cx="2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Clipboard carries the token across install</a:t>
            </a:r>
          </a:p>
        </p:txBody>
      </p:sp>
      <p:sp>
        <p:nvSpPr>
          <p:cNvPr id="38" name="TCell"/>
          <p:cNvSpPr/>
          <p:nvPr/>
        </p:nvSpPr>
        <p:spPr>
          <a:xfrm>
            <a:off x="8248640" y="5350000"/>
            <a:ext cx="3400000" cy="62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Correct token recovered, both platforms</a:t>
            </a:r>
          </a:p>
        </p:txBody>
      </p:sp>
      <p:sp>
        <p:nvSpPr>
          <p:cNvPr id="900" name="Footer"/>
          <p:cNvSpPr/>
          <p:nvPr/>
        </p:nvSpPr>
        <p:spPr>
          <a:xfrm>
            <a:off x="548640" y="6120000"/>
            <a:ext cx="1109472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</a:rPr>
              <a:t>See the preceding two slides for the full step-by-step sequence behind Bank 1's direct launch and the Bank 2 cross-platform negative case.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2026-07-16T01:34:20Z</dcterms:created>
  <dcterms:modified xsi:type="dcterms:W3CDTF">2026-07-16T01:34:20Z</dcterms:modified>
</cp:coreProperties>
</file>