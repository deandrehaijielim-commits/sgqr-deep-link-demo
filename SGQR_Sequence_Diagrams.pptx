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Android: QR scan to native app chooser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https link is deliberately unverified, so it opens in the browser first; the intent:// handoff triggers the real chooser.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2880" y="1188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0515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194560" y="1188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8" name="Text 6"/>
          <p:cNvSpPr/>
          <p:nvPr/>
        </p:nvSpPr>
        <p:spPr>
          <a:xfrm>
            <a:off x="219456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0632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206240" y="1188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420624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OS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217920" y="1188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0866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229600" y="1188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982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0241280" y="1188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E63946"/>
          </a:solidFill>
          <a:ln/>
        </p:spPr>
      </p:sp>
      <p:sp>
        <p:nvSpPr>
          <p:cNvPr id="20" name="Text 18"/>
          <p:cNvSpPr/>
          <p:nvPr/>
        </p:nvSpPr>
        <p:spPr>
          <a:xfrm>
            <a:off x="1024128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A app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11099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097280" y="186537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QR code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1560" y="214884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108960" y="22494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https://…/pay/:token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63240" y="253288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12064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unverified → default browser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74920" y="291693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1323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/pay/:token  +  GET /api/payload/:token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86600" y="3300984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132320" y="3401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page: merchant, amount, [Continue to pay]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7086600" y="3685032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1097280" y="378561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“Continue to pay”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51560" y="4069080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120640" y="41696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intent://pay?token=…  (scheme=sgqrpay)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H="1">
            <a:off x="5074920" y="445312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14600" y="4681728"/>
            <a:ext cx="512064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9464" y="4681728"/>
            <a:ext cx="5010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sgqrpay:// matches 3 installed apps → native chooser: Bank A · Bank B · Bank 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97280" y="49743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Bank A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51560" y="5257800"/>
            <a:ext cx="402336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120640" y="535838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with sgqrpay://pay?token=…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74920" y="5641848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9144000" y="5742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/api/payload/:token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9098280" y="602589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9144000" y="6126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+ amount → Confirm screen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98280" y="6409944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iOS: QR scan to web picker to bank app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apple-app-site-association is hosted, so the link always falls through to Safari; each bank button fires that app's custom URL scheme.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2880" y="1188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0515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194560" y="1188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8" name="Text 6"/>
          <p:cNvSpPr/>
          <p:nvPr/>
        </p:nvSpPr>
        <p:spPr>
          <a:xfrm>
            <a:off x="219456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0632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206240" y="1188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420624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217920" y="1188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0866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229600" y="1188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982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0241280" y="1188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E63946"/>
          </a:solidFill>
          <a:ln/>
        </p:spPr>
      </p:sp>
      <p:sp>
        <p:nvSpPr>
          <p:cNvPr id="20" name="Text 18"/>
          <p:cNvSpPr/>
          <p:nvPr/>
        </p:nvSpPr>
        <p:spPr>
          <a:xfrm>
            <a:off x="1024128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A app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11099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097280" y="186537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QR code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1560" y="214884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108960" y="22494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https://…/pay/:token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63240" y="253288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12064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Universal Link record → Safari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74920" y="291693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1323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/pay/:token  +  /api/payload  +  /api/banks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86600" y="3300984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132320" y="3401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Picker page: merchant, amount, 3 bank buttons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7086600" y="3685032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1097280" y="378561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“Bank A”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51560" y="4069080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120640" y="41696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bankademo://pay?token=…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H="1">
            <a:off x="5074920" y="445312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1097280" y="45537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“Open in ‘Bank A’?” system prompt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1051560" y="4837176"/>
            <a:ext cx="402336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1097280" y="4937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51560" y="5221224"/>
            <a:ext cx="402336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120640" y="53218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Bank A with the link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74920" y="5605272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9144000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/api/payload/:token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9098280" y="598932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9144000" y="60899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+ amount → Confirm screen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98280" y="6373368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Approval: the payment is single-use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bank app confirms first wins; the server atomically flips paid=true and rejects everyone after with 409.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60120" y="1188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8288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794760" y="1188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379476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A app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634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629400" y="1188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4980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9464040" y="1188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1D3557"/>
          </a:solidFill>
          <a:ln/>
        </p:spPr>
      </p:sp>
      <p:sp>
        <p:nvSpPr>
          <p:cNvPr id="14" name="Text 12"/>
          <p:cNvSpPr/>
          <p:nvPr/>
        </p:nvSpPr>
        <p:spPr>
          <a:xfrm>
            <a:off x="946404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B app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03327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874520" y="19110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28800" y="2194560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709160" y="2350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/api/payload/:token/pay  {bank: “bankA”}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2633472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029200" y="2916936"/>
            <a:ext cx="493776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84064" y="291693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== false → set paid=true, paidBy=“bankA” (atomic check-then-flip)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09160" y="3227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4663440" y="3511296"/>
            <a:ext cx="283464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651760" y="3794760"/>
            <a:ext cx="402336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06624" y="3794760"/>
            <a:ext cx="3913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Deduct amount from balance · show Success screen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874520" y="410565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 (same QR, moments later)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0" y="4389120"/>
            <a:ext cx="850392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543800" y="4544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/api/payload/:token/pay  {bank: “bankB”}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7498080" y="4828032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126480" y="5111496"/>
            <a:ext cx="2743200" cy="329184"/>
          </a:xfrm>
          <a:prstGeom prst="roundRect">
            <a:avLst>
              <a:gd name="adj" fmla="val 16667"/>
            </a:avLst>
          </a:prstGeom>
          <a:solidFill>
            <a:srgbClr val="F9C6C9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81344" y="5111496"/>
            <a:ext cx="2633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== true → reject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543800" y="5422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 Conflict — payment already completed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498080" y="5705856"/>
            <a:ext cx="283464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183880" y="5989320"/>
            <a:ext cx="3566160" cy="329184"/>
          </a:xfrm>
          <a:prstGeom prst="roundRect">
            <a:avLst>
              <a:gd name="adj" fmla="val 16667"/>
            </a:avLst>
          </a:prstGeom>
          <a:solidFill>
            <a:srgbClr val="F9C6C9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38744" y="5989320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“Already completed” message · balance unchanged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SGQR Deep Linking — Sequence Diagrams</dc:title>
  <dc:subject>PptxGenJS Presentation</dc:subject>
  <dc:creator>SGQR Deep Link Demo</dc:creator>
  <cp:lastModifiedBy>SGQR Deep Link Demo</cp:lastModifiedBy>
  <cp:revision>1</cp:revision>
  <dcterms:created xsi:type="dcterms:W3CDTF">2026-07-14T02:06:29Z</dcterms:created>
  <dcterms:modified xsi:type="dcterms:W3CDTF">2026-07-14T02:06:29Z</dcterms:modified>
</cp:coreProperties>
</file>