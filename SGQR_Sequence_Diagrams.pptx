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12"/>
    <p:sldId id="260" r:id="rId11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  <Relationship Id="rId11" Type="http://schemas.openxmlformats.org/officeDocument/2006/relationships/slide" Target="slides/slide5.xml"/>
  <Relationship Id="rId12" Type="http://schemas.openxmlformats.org/officeDocument/2006/relationships/slide" Target="slides/slide6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-seq-6.png"/></Relationships>
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-seq-5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Android: QR scan to native app chooser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https link is deliberately unverified, so it opens in the browser first; the intent:// handoff triggers the real chooser.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3716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515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214884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5B6B79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/ QR tap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6324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16052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416052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7492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17220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17220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08660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18388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21295C"/>
          </a:solidFill>
          <a:ln/>
        </p:spPr>
      </p:sp>
      <p:sp>
        <p:nvSpPr>
          <p:cNvPr id="17" name="Text 15"/>
          <p:cNvSpPr/>
          <p:nvPr/>
        </p:nvSpPr>
        <p:spPr>
          <a:xfrm>
            <a:off x="818388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9828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1019556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5B6B79"/>
          </a:solidFill>
          <a:ln/>
        </p:spPr>
      </p:sp>
      <p:sp>
        <p:nvSpPr>
          <p:cNvPr id="20" name="Text 18"/>
          <p:cNvSpPr/>
          <p:nvPr/>
        </p:nvSpPr>
        <p:spPr>
          <a:xfrm>
            <a:off x="1019556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X app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11099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097280" y="186537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with Camera — or tap the QR image on a webpage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51560" y="2148840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108960" y="224942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https://…/pay/:token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63240" y="253288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512064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unverified → default browser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74920" y="2916936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13232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/pay/:token  +  GET /api/payload/:token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86600" y="3300984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7132320" y="3401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page: merchant, amount, [Continue to pay]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7086600" y="3685032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1097280" y="378561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“Continue to pay”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51560" y="4069080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5120640" y="41696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intent://pay?token=…  (scheme=sgqrpay)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H="1">
            <a:off x="5074920" y="445312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14600" y="4681728"/>
            <a:ext cx="5120640" cy="329184"/>
          </a:xfrm>
          <a:prstGeom prst="roundRect">
            <a:avLst>
              <a:gd name="adj" fmla="val 16667"/>
            </a:avLst>
          </a:prstGeom>
          <a:solidFill>
            <a:srgbClr val="5EEAD4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69464" y="4681728"/>
            <a:ext cx="5010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sgqrpay:// matches 3 installed apps → native chooser: Bank A · Bank B · Bank C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097280" y="49743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bank (A, B, or C)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051560" y="5257800"/>
            <a:ext cx="402336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5120640" y="5358384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chosen bank with sgqrpay://pay?token=…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74920" y="5641848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9144000" y="5742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/api/payload/:token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9098280" y="6025896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9144000" y="6126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+ amount → Confirm screen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98280" y="6409944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iOS: QR scan to web picker to bank app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apple-app-site-association is hosted, so the link always falls through to Safari; each bank button fires that app's custom URL scheme.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3716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515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214884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5B6B79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/ QR tap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6324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16052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416052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7492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17220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17220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08660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18388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21295C"/>
          </a:solidFill>
          <a:ln/>
        </p:spPr>
      </p:sp>
      <p:sp>
        <p:nvSpPr>
          <p:cNvPr id="17" name="Text 15"/>
          <p:cNvSpPr/>
          <p:nvPr/>
        </p:nvSpPr>
        <p:spPr>
          <a:xfrm>
            <a:off x="818388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9828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1019556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5B6B79"/>
          </a:solidFill>
          <a:ln/>
        </p:spPr>
      </p:sp>
      <p:sp>
        <p:nvSpPr>
          <p:cNvPr id="20" name="Text 18"/>
          <p:cNvSpPr/>
          <p:nvPr/>
        </p:nvSpPr>
        <p:spPr>
          <a:xfrm>
            <a:off x="1019556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X app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11099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097280" y="186537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with Camera — or tap the QR image on a webpage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51560" y="2148840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108960" y="224942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https://…/pay/:token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63240" y="253288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512064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Universal Link record → Safari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74920" y="2916936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13232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/pay/:token  +  /api/payload  +  /api/banks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86600" y="3300984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7132320" y="3401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Picker page: merchant, amount, grid of bank tiles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7086600" y="3685032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1097280" y="378561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one bank (A, B, or C)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51560" y="4069080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5120640" y="41696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bank&lt;x&gt;demo://pay?token=…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H="1">
            <a:off x="5074920" y="445312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1097280" y="45537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“Open in ‘Bank X’?” system prompt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1051560" y="4837176"/>
            <a:ext cx="402336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1097280" y="4937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051560" y="5221224"/>
            <a:ext cx="402336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5120640" y="53218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chosen bank with the link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74920" y="5605272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9144000" y="57058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/api/payload/:token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9098280" y="5989320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9144000" y="608990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+ amount → Confirm screen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98280" y="6373368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Approval: the payment is single-use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bank app confirms first wins; the server atomically flips paid=true and rejects everyone after with 409.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91440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2880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74904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E63946"/>
          </a:solidFill>
          <a:ln/>
        </p:spPr>
      </p:sp>
      <p:sp>
        <p:nvSpPr>
          <p:cNvPr id="8" name="Text 6"/>
          <p:cNvSpPr/>
          <p:nvPr/>
        </p:nvSpPr>
        <p:spPr>
          <a:xfrm>
            <a:off x="374904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A app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58368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21295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49808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941832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D3557"/>
          </a:solidFill>
          <a:ln/>
        </p:spPr>
      </p:sp>
      <p:sp>
        <p:nvSpPr>
          <p:cNvPr id="14" name="Text 12"/>
          <p:cNvSpPr/>
          <p:nvPr/>
        </p:nvSpPr>
        <p:spPr>
          <a:xfrm>
            <a:off x="941832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B app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33272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874520" y="19110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Approve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28800" y="2194560"/>
            <a:ext cx="28346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4709160" y="2350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/api/payload/:token/pay  {bank: “bankA”}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2633472"/>
            <a:ext cx="28346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029200" y="2916936"/>
            <a:ext cx="4937760" cy="329184"/>
          </a:xfrm>
          <a:prstGeom prst="roundRect">
            <a:avLst>
              <a:gd name="adj" fmla="val 16667"/>
            </a:avLst>
          </a:prstGeom>
          <a:solidFill>
            <a:srgbClr val="5EEAD4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84064" y="2916936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== false → set paid=true, paidBy=“bankA” (atomic check-then-flip)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709160" y="32278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4663440" y="3511296"/>
            <a:ext cx="283464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651760" y="3794760"/>
            <a:ext cx="4023360" cy="329184"/>
          </a:xfrm>
          <a:prstGeom prst="roundRect">
            <a:avLst>
              <a:gd name="adj" fmla="val 16667"/>
            </a:avLst>
          </a:prstGeom>
          <a:solidFill>
            <a:srgbClr val="5EEAD4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06624" y="3794760"/>
            <a:ext cx="3913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Deduct amount from balance · show Success screen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874520" y="410565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Approve (same QR, moments later)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828800" y="4389120"/>
            <a:ext cx="850392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543800" y="4544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/api/payload/:token/pay  {bank: “bankB”}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7498080" y="4828032"/>
            <a:ext cx="28346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126480" y="5111496"/>
            <a:ext cx="2743200" cy="329184"/>
          </a:xfrm>
          <a:prstGeom prst="roundRect">
            <a:avLst>
              <a:gd name="adj" fmla="val 16667"/>
            </a:avLst>
          </a:prstGeom>
          <a:solidFill>
            <a:srgbClr val="F9C6C9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81344" y="5111496"/>
            <a:ext cx="2633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== true → reject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543800" y="5422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409 Conflict — payment already completed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498080" y="5705856"/>
            <a:ext cx="283464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183880" y="5989320"/>
            <a:ext cx="3566160" cy="329184"/>
          </a:xfrm>
          <a:prstGeom prst="roundRect">
            <a:avLst>
              <a:gd name="adj" fmla="val 16667"/>
            </a:avLst>
          </a:prstGeom>
          <a:solidFill>
            <a:srgbClr val="F9C6C9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38744" y="5989320"/>
            <a:ext cx="3456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“Already completed” message · balance unchanged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user journey, two platforms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5 steps are identical on Android and iOS — only how you pick a bank differs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37160" y="1828800"/>
            <a:ext cx="777240" cy="1234440"/>
          </a:xfrm>
          <a:prstGeom prst="roundRect">
            <a:avLst>
              <a:gd name="adj" fmla="val 9412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" y="1828800"/>
            <a:ext cx="868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37160" y="4434840"/>
            <a:ext cx="777240" cy="1234440"/>
          </a:xfrm>
          <a:prstGeom prst="roundRect">
            <a:avLst>
              <a:gd name="adj" fmla="val 9412"/>
            </a:avLst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" y="4434840"/>
            <a:ext cx="777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847088" y="1517904"/>
            <a:ext cx="329184" cy="329184"/>
          </a:xfrm>
          <a:prstGeom prst="ellipse">
            <a:avLst/>
          </a:prstGeom>
          <a:solidFill>
            <a:srgbClr val="1A2233"/>
          </a:solidFill>
          <a:ln/>
        </p:spPr>
      </p:sp>
      <p:sp>
        <p:nvSpPr>
          <p:cNvPr id="9" name="Text 7"/>
          <p:cNvSpPr/>
          <p:nvPr/>
        </p:nvSpPr>
        <p:spPr>
          <a:xfrm>
            <a:off x="1847088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97280" y="18288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7008" y="182880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with Camera —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tap the QR image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97280" y="443484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7008" y="443484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with Camera —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tap the QR image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011680" y="3063240"/>
            <a:ext cx="0" cy="1371600"/>
          </a:xfrm>
          <a:prstGeom prst="line">
            <a:avLst/>
          </a:prstGeom>
          <a:noFill/>
          <a:ln w="19050">
            <a:solidFill>
              <a:srgbClr val="8FD6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31620" y="360273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16" name="Text 14"/>
          <p:cNvSpPr/>
          <p:nvPr/>
        </p:nvSpPr>
        <p:spPr>
          <a:xfrm>
            <a:off x="1531620" y="36027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31920" y="1517904"/>
            <a:ext cx="329184" cy="329184"/>
          </a:xfrm>
          <a:prstGeom prst="ellipse">
            <a:avLst/>
          </a:prstGeom>
          <a:solidFill>
            <a:srgbClr val="1A2233"/>
          </a:solidFill>
          <a:ln/>
        </p:spPr>
      </p:sp>
      <p:sp>
        <p:nvSpPr>
          <p:cNvPr id="18" name="Text 16"/>
          <p:cNvSpPr/>
          <p:nvPr/>
        </p:nvSpPr>
        <p:spPr>
          <a:xfrm>
            <a:off x="393192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182112" y="18288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82880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opens in the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browser (Chrome)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182112" y="443484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0" y="443484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opens in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96512" y="3063240"/>
            <a:ext cx="0" cy="1371600"/>
          </a:xfrm>
          <a:prstGeom prst="line">
            <a:avLst/>
          </a:prstGeom>
          <a:noFill/>
          <a:ln w="19050">
            <a:solidFill>
              <a:srgbClr val="8FD6C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16452" y="360273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25" name="Text 23"/>
          <p:cNvSpPr/>
          <p:nvPr/>
        </p:nvSpPr>
        <p:spPr>
          <a:xfrm>
            <a:off x="3616452" y="36027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16752" y="1517904"/>
            <a:ext cx="329184" cy="329184"/>
          </a:xfrm>
          <a:prstGeom prst="ellipse">
            <a:avLst/>
          </a:prstGeom>
          <a:solidFill>
            <a:srgbClr val="1A2233"/>
          </a:solidFill>
          <a:ln/>
        </p:spPr>
      </p:sp>
      <p:sp>
        <p:nvSpPr>
          <p:cNvPr id="27" name="Text 25"/>
          <p:cNvSpPr/>
          <p:nvPr/>
        </p:nvSpPr>
        <p:spPr>
          <a:xfrm>
            <a:off x="6016752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266944" y="18288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76672" y="182880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“Continue to pay”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native app chooser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266944" y="443484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76672" y="443484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 bank button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picker page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81344" y="3063240"/>
            <a:ext cx="0" cy="1371600"/>
          </a:xfrm>
          <a:prstGeom prst="line">
            <a:avLst/>
          </a:prstGeom>
          <a:noFill/>
          <a:ln w="19050">
            <a:solidFill>
              <a:srgbClr val="F96167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5701284" y="360273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/>
        </p:spPr>
      </p:sp>
      <p:sp>
        <p:nvSpPr>
          <p:cNvPr id="34" name="Text 32"/>
          <p:cNvSpPr/>
          <p:nvPr/>
        </p:nvSpPr>
        <p:spPr>
          <a:xfrm>
            <a:off x="5701284" y="36027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101584" y="1517904"/>
            <a:ext cx="329184" cy="329184"/>
          </a:xfrm>
          <a:prstGeom prst="ellipse">
            <a:avLst/>
          </a:prstGeom>
          <a:solidFill>
            <a:srgbClr val="1A2233"/>
          </a:solidFill>
          <a:ln/>
        </p:spPr>
      </p:sp>
      <p:sp>
        <p:nvSpPr>
          <p:cNvPr id="36" name="Text 34"/>
          <p:cNvSpPr/>
          <p:nvPr/>
        </p:nvSpPr>
        <p:spPr>
          <a:xfrm>
            <a:off x="8101584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351776" y="18288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61504" y="182880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bank app opens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Confirm screen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7351776" y="443484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61504" y="443484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bank app opens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Confirm screen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8266176" y="3063240"/>
            <a:ext cx="0" cy="1371600"/>
          </a:xfrm>
          <a:prstGeom prst="line">
            <a:avLst/>
          </a:prstGeom>
          <a:noFill/>
          <a:ln w="19050">
            <a:solidFill>
              <a:srgbClr val="8FD6C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786116" y="360273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43" name="Text 41"/>
          <p:cNvSpPr/>
          <p:nvPr/>
        </p:nvSpPr>
        <p:spPr>
          <a:xfrm>
            <a:off x="7786116" y="36027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0186416" y="1517904"/>
            <a:ext cx="329184" cy="329184"/>
          </a:xfrm>
          <a:prstGeom prst="ellipse">
            <a:avLst/>
          </a:prstGeom>
          <a:solidFill>
            <a:srgbClr val="1A2233"/>
          </a:solidFill>
          <a:ln/>
        </p:spPr>
      </p:sp>
      <p:sp>
        <p:nvSpPr>
          <p:cNvPr id="45" name="Text 43"/>
          <p:cNvSpPr/>
          <p:nvPr/>
        </p:nvSpPr>
        <p:spPr>
          <a:xfrm>
            <a:off x="10186416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436608" y="18288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546336" y="182880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Approve —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goes through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9436608" y="443484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546336" y="443484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Approve —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goes through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10351008" y="3063240"/>
            <a:ext cx="0" cy="1371600"/>
          </a:xfrm>
          <a:prstGeom prst="line">
            <a:avLst/>
          </a:prstGeom>
          <a:noFill/>
          <a:ln w="19050">
            <a:solidFill>
              <a:srgbClr val="8FD6C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870948" y="360273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52" name="Text 50"/>
          <p:cNvSpPr/>
          <p:nvPr/>
        </p:nvSpPr>
        <p:spPr>
          <a:xfrm>
            <a:off x="9870948" y="36027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48640" y="5989320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21295C"/>
          </a:solidFill>
          <a:ln/>
        </p:spPr>
      </p:sp>
      <p:sp>
        <p:nvSpPr>
          <p:cNvPr id="54" name="Text 52"/>
          <p:cNvSpPr/>
          <p:nvPr/>
        </p:nvSpPr>
        <p:spPr>
          <a:xfrm>
            <a:off x="822960" y="598932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user's side, it's one QR code and the same 5 beats every time — the only thing that changes is the mechanic behind step 3, driven entirely by how each OS treats an unregistered link.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000" y="112862"/>
            <a:ext cx="11500000" cy="6632275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000" y="112862"/>
            <a:ext cx="11500000" cy="6632275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SGQR Deep Linking — Sequence Diagrams</dc:title>
  <dc:subject>PptxGenJS Presentation</dc:subject>
  <dc:creator>SGQR Deep Link Demo</dc:creator>
  <cp:lastModifiedBy>SGQR Deep Link Demo</cp:lastModifiedBy>
  <cp:revision>1</cp:revision>
  <dcterms:created xsi:type="dcterms:W3CDTF">2026-07-16T01:34:20Z</dcterms:created>
  <dcterms:modified xsi:type="dcterms:W3CDTF">2026-07-16T01:34:20Z</dcterms:modified>
</cp:coreProperties>
</file>