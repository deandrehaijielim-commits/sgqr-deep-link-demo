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QR scan to native app chooser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https link is deliberately unverified, so it opens in the browser first; the intent:// handoff triggers the real chooser.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unverified → default browser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GET /api/payload/:token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page: merchant, amount, [Continue to pay]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intent://pay?token=…  (scheme=sgqrpay)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14600" y="4681728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9464" y="4681728"/>
            <a:ext cx="5010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sgqrpay:// matches 3 installed apps → native chooser: Bank A · Bank B · Bank 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49743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bank (A, B, or C)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57800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583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sgqrpay://pay?token=…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41848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42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602589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126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409944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QR scan to web picker to bank app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apple-app-site-association is hosted, so the link always falls through to Safari; each bank button fires that app's custom URL scheme.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Universal Link record → Safari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/api/payload  +  /api/banks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page: merchant, amount, 3 bank buttons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one bank (A, B, or 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bank&lt;x&gt;demo://pay?token=…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1097280" y="45537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“Open in ‘Bank X’?” system prompt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1051560" y="4837176"/>
            <a:ext cx="402336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097280" y="4937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21224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218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the link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05272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598932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0899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373368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Approval: the payment is single-use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bank app confirms first wins; the server atomically flips paid=true and rejects everyone after with 409.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144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7490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 app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980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94183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D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94183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B app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3327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874520" y="1911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2194560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709160" y="2350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“bankA”}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63347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29200" y="2916936"/>
            <a:ext cx="49377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4064" y="291693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false → set paid=true, paidBy=“bankA” (atomic check-then-flip)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3227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4663440" y="351129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51760" y="3794760"/>
            <a:ext cx="40233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06624" y="379476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 amount from balance · show Success screen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874520" y="410565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(same QR, moments later)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4389120"/>
            <a:ext cx="850392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543800" y="4544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“bankB”}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7498080" y="482803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126480" y="5111496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111496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true → reject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543800" y="5422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Conflict — payment already completed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98080" y="570585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83880" y="5989320"/>
            <a:ext cx="356616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38744" y="5989320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“Already completed” message · balance unchanged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 Deep Linking — Sequence Diagrams</dc:title>
  <dc:subject>PptxGenJS Presentation</dc:subject>
  <dc:creator>SGQR Deep Link Demo</dc:creator>
  <cp:lastModifiedBy>SGQR Deep Link Demo</cp:lastModifiedBy>
  <cp:revision>1</cp:revision>
  <dcterms:created xsi:type="dcterms:W3CDTF">2026-07-14T02:26:45Z</dcterms:created>
  <dcterms:modified xsi:type="dcterms:W3CDTF">2026-07-14T02:26:45Z</dcterms:modified>
</cp:coreProperties>
</file>