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0" r:id="rId11"/>
    <p:sldId id="262" r:id="rId13"/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-seq-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-seq-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Android: QR scan to native app chooser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https link is deliberately unverified, so it opens in the browser first; the intent:// handoff triggers the real chooser.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716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4884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5B6B7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QR tap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6052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17220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8388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9556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5B6B7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55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X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0996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97280" y="1865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Camera — or tap the QR image on a webpage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2148840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10896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https://…/pay/:token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2532888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12064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unverified → default browser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2916936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1323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/pay/:token  +  GET /api/payload/:token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6600" y="3300984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page: merchant, amount, [Continue to pay]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7086600" y="3685032"/>
            <a:ext cx="201168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97280" y="3785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“Continue to pay”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560" y="4069080"/>
            <a:ext cx="60350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120640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intent://pay?token=…  (scheme=sgqrpay)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5074920" y="4453128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14600" y="4681728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5EEAD4"/>
          </a:solidFill>
          <a:ln w="9525">
            <a:solidFill>
              <a:srgbClr val="9CA8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9464" y="468172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sgqrpay:// matches 3 installed apps → native chooser: Bank A · Bank B · Bank 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4974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bank (A, B, or C)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51560" y="5257800"/>
            <a:ext cx="402336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120640" y="53583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chosen bank with sgqrpay://pay?token=…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5641848"/>
            <a:ext cx="60350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144000" y="5742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/api/payload/:token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9098280" y="6025896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144000" y="6126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+ amount → Confirm screen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98280" y="6409944"/>
            <a:ext cx="201168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iOS: QR scan to web picker to bank app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apple-app-site-association is hosted, so the link always falls through to Safari; each bank button fires that app's custom URL scheme.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716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4884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5B6B7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QR tap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6052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17220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8388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9556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5B6B7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55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X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0996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97280" y="1865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Camera — or tap the QR image on a webpage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2148840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10896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https://…/pay/:token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2532888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12064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Link record → Safari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2916936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1323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/pay/:token  +  /api/payload  +  /api/banks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6600" y="3300984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page: merchant, amount, grid of bank tiles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7086600" y="3685032"/>
            <a:ext cx="201168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97280" y="3785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one bank (A, B, or C)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560" y="4069080"/>
            <a:ext cx="60350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120640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bank&lt;x&gt;demo://pay?token=…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5074920" y="4453128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09728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in ‘Bank X’?” system prompt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1051560" y="4837176"/>
            <a:ext cx="402336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97280" y="4937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51560" y="5221224"/>
            <a:ext cx="402336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120640" y="5321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chosen bank with the link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5605272"/>
            <a:ext cx="60350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144000" y="5705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/api/payload/:token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9098280" y="5989320"/>
            <a:ext cx="201168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144000" y="6089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+ amount → Confirm screen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98280" y="6373368"/>
            <a:ext cx="201168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Approval: the payment is single-use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bank app confirms first wins; the server atomically flips paid=true and rejects everyone after with 409.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4904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58368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18320" y="1188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3557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32720" y="1645920"/>
            <a:ext cx="0" cy="4892040"/>
          </a:xfrm>
          <a:prstGeom prst="line">
            <a:avLst/>
          </a:prstGeom>
          <a:noFill/>
          <a:ln w="12700">
            <a:solidFill>
              <a:srgbClr val="AEB8C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874520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Approve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2194560"/>
            <a:ext cx="28346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70916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/api/payload/:token/pay  {bank: “bankA”}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33472"/>
            <a:ext cx="28346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0" y="2916936"/>
            <a:ext cx="4937760" cy="329184"/>
          </a:xfrm>
          <a:prstGeom prst="roundRect">
            <a:avLst>
              <a:gd name="adj" fmla="val 16667"/>
            </a:avLst>
          </a:prstGeom>
          <a:solidFill>
            <a:srgbClr val="5EEAD4"/>
          </a:solidFill>
          <a:ln w="9525">
            <a:solidFill>
              <a:srgbClr val="9CA8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916936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== false → set paid=true, paidBy=“bankA” (atomic check-then-flip)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4663440" y="3511296"/>
            <a:ext cx="283464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51760" y="3794760"/>
            <a:ext cx="4023360" cy="329184"/>
          </a:xfrm>
          <a:prstGeom prst="roundRect">
            <a:avLst>
              <a:gd name="adj" fmla="val 16667"/>
            </a:avLst>
          </a:prstGeom>
          <a:solidFill>
            <a:srgbClr val="5EEAD4"/>
          </a:solidFill>
          <a:ln w="9525">
            <a:solidFill>
              <a:srgbClr val="9CA8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6624" y="379476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amount from balance · show Success screen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74520" y="4105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Approve (same QR, moments later)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4389120"/>
            <a:ext cx="850392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54380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/api/payload/:token/pay  {bank: “bankB”}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7498080" y="4828032"/>
            <a:ext cx="2834640" cy="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26480" y="5111496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9C6C9"/>
          </a:solidFill>
          <a:ln w="9525">
            <a:solidFill>
              <a:srgbClr val="9CA8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51114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== true → reject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43800" y="5422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Conflict — payment already completed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5705856"/>
            <a:ext cx="2834640" cy="0"/>
          </a:xfrm>
          <a:prstGeom prst="line">
            <a:avLst/>
          </a:prstGeom>
          <a:noFill/>
          <a:ln w="22225">
            <a:solidFill>
              <a:srgbClr val="5B6B79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83880" y="5989320"/>
            <a:ext cx="3566160" cy="329184"/>
          </a:xfrm>
          <a:prstGeom prst="roundRect">
            <a:avLst>
              <a:gd name="adj" fmla="val 16667"/>
            </a:avLst>
          </a:prstGeom>
          <a:solidFill>
            <a:srgbClr val="F9C6C9"/>
          </a:solidFill>
          <a:ln w="9525">
            <a:solidFill>
              <a:srgbClr val="9CA8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598932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“Already completed” message · balance unchanged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user journey, two platforms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steps are identical on Android and iOS — only how you pick a bank differs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7160" y="1828800"/>
            <a:ext cx="777240" cy="12344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182880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7160" y="4434840"/>
            <a:ext cx="777240" cy="12344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4434840"/>
            <a:ext cx="777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47088" y="1517904"/>
            <a:ext cx="329184" cy="329184"/>
          </a:xfrm>
          <a:prstGeom prst="ellipse">
            <a:avLst/>
          </a:prstGeom>
          <a:solidFill>
            <a:srgbClr val="1A2233"/>
          </a:solidFill>
          <a:ln/>
        </p:spPr>
      </p:sp>
      <p:sp>
        <p:nvSpPr>
          <p:cNvPr id="9" name="Text 7"/>
          <p:cNvSpPr/>
          <p:nvPr/>
        </p:nvSpPr>
        <p:spPr>
          <a:xfrm>
            <a:off x="1847088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2880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Camera 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tap the QR image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4434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43484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Camera 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tap the QR image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0" y="3063240"/>
            <a:ext cx="0" cy="1371600"/>
          </a:xfrm>
          <a:prstGeom prst="line">
            <a:avLst/>
          </a:prstGeom>
          <a:noFill/>
          <a:ln w="19050">
            <a:solidFill>
              <a:srgbClr val="8FD6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31620" y="36027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1531620" y="36027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517904"/>
            <a:ext cx="329184" cy="329184"/>
          </a:xfrm>
          <a:prstGeom prst="ellipse">
            <a:avLst/>
          </a:prstGeom>
          <a:solidFill>
            <a:srgbClr val="1A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82112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82880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opens in the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browser (Chrome)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82112" y="4434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43484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opens in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96512" y="3063240"/>
            <a:ext cx="0" cy="1371600"/>
          </a:xfrm>
          <a:prstGeom prst="line">
            <a:avLst/>
          </a:prstGeom>
          <a:noFill/>
          <a:ln w="19050">
            <a:solidFill>
              <a:srgbClr val="8FD6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6452" y="36027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25" name="Text 23"/>
          <p:cNvSpPr/>
          <p:nvPr/>
        </p:nvSpPr>
        <p:spPr>
          <a:xfrm>
            <a:off x="3616452" y="36027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16752" y="1517904"/>
            <a:ext cx="329184" cy="329184"/>
          </a:xfrm>
          <a:prstGeom prst="ellipse">
            <a:avLst/>
          </a:prstGeom>
          <a:solidFill>
            <a:srgbClr val="1A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601675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66944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182880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“Continue to pay”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native app chooser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66944" y="4434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43484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bank button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picker page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81344" y="3063240"/>
            <a:ext cx="0" cy="1371600"/>
          </a:xfrm>
          <a:prstGeom prst="line">
            <a:avLst/>
          </a:prstGeom>
          <a:noFill/>
          <a:ln w="19050">
            <a:solidFill>
              <a:srgbClr val="F96167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701284" y="36027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5701284" y="36027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01584" y="1517904"/>
            <a:ext cx="329184" cy="329184"/>
          </a:xfrm>
          <a:prstGeom prst="ellipse">
            <a:avLst/>
          </a:prstGeom>
          <a:solidFill>
            <a:srgbClr val="1A2233"/>
          </a:solidFill>
          <a:ln/>
        </p:spPr>
      </p:sp>
      <p:sp>
        <p:nvSpPr>
          <p:cNvPr id="36" name="Text 34"/>
          <p:cNvSpPr/>
          <p:nvPr/>
        </p:nvSpPr>
        <p:spPr>
          <a:xfrm>
            <a:off x="8101584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51776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61504" y="182880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bank app opens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Confirm screen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51776" y="4434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61504" y="443484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bank app opens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Confirm screen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66176" y="3063240"/>
            <a:ext cx="0" cy="1371600"/>
          </a:xfrm>
          <a:prstGeom prst="line">
            <a:avLst/>
          </a:prstGeom>
          <a:noFill/>
          <a:ln w="19050">
            <a:solidFill>
              <a:srgbClr val="8FD6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86116" y="36027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43" name="Text 41"/>
          <p:cNvSpPr/>
          <p:nvPr/>
        </p:nvSpPr>
        <p:spPr>
          <a:xfrm>
            <a:off x="7786116" y="36027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186416" y="1517904"/>
            <a:ext cx="329184" cy="329184"/>
          </a:xfrm>
          <a:prstGeom prst="ellipse">
            <a:avLst/>
          </a:prstGeom>
          <a:solidFill>
            <a:srgbClr val="1A2233"/>
          </a:solidFill>
          <a:ln/>
        </p:spPr>
      </p:sp>
      <p:sp>
        <p:nvSpPr>
          <p:cNvPr id="45" name="Text 43"/>
          <p:cNvSpPr/>
          <p:nvPr/>
        </p:nvSpPr>
        <p:spPr>
          <a:xfrm>
            <a:off x="10186416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436608" y="18288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46336" y="182880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Approve 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goes through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436608" y="4434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46336" y="4434840"/>
            <a:ext cx="1609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Approve 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goes through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0351008" y="3063240"/>
            <a:ext cx="0" cy="1371600"/>
          </a:xfrm>
          <a:prstGeom prst="line">
            <a:avLst/>
          </a:prstGeom>
          <a:noFill/>
          <a:ln w="19050">
            <a:solidFill>
              <a:srgbClr val="8FD6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70948" y="36027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52" name="Text 50"/>
          <p:cNvSpPr/>
          <p:nvPr/>
        </p:nvSpPr>
        <p:spPr>
          <a:xfrm>
            <a:off x="9870948" y="36027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9893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" y="5989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user's side, it's one QR code and the same 5 beats every time — the only thing that changes is the mechanic behind step 3, driven entirely by how each OS treats an unregistered link.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00" y="112862"/>
            <a:ext cx="11500000" cy="66322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00" y="112862"/>
            <a:ext cx="11500000" cy="66322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6 Methods, Sequence by Sequence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98000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alternatives explored first, concluding with the core approach this project actually uses</a:t>
            </a:r>
          </a:p>
        </p:txBody>
      </p:sp>
      <p:sp>
        <p:nvSpPr>
          <p:cNvPr id="11" name="THead"/>
          <p:cNvSpPr/>
          <p:nvPr/>
        </p:nvSpPr>
        <p:spPr>
          <a:xfrm>
            <a:off x="548640" y="1750000"/>
            <a:ext cx="2100000" cy="500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wrap="square" lIns="90000" tIns="45000" rIns="90000" bIns="4500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</a:rPr>
              <a:t>App</a:t>
            </a:r>
          </a:p>
        </p:txBody>
      </p:sp>
      <p:sp>
        <p:nvSpPr>
          <p:cNvPr id="12" name="THead"/>
          <p:cNvSpPr/>
          <p:nvPr/>
        </p:nvSpPr>
        <p:spPr>
          <a:xfrm>
            <a:off x="2648640" y="1750000"/>
            <a:ext cx="2900000" cy="500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wrap="square" lIns="90000" tIns="45000" rIns="90000" bIns="4500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</a:rPr>
              <a:t>Mechanism</a:t>
            </a:r>
          </a:p>
        </p:txBody>
      </p:sp>
      <p:sp>
        <p:nvSpPr>
          <p:cNvPr id="13" name="THead"/>
          <p:cNvSpPr/>
          <p:nvPr/>
        </p:nvSpPr>
        <p:spPr>
          <a:xfrm>
            <a:off x="5548640" y="1750000"/>
            <a:ext cx="2700000" cy="500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wrap="square" lIns="90000" tIns="45000" rIns="90000" bIns="4500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</a:rPr>
              <a:t>Resolves via</a:t>
            </a:r>
          </a:p>
        </p:txBody>
      </p:sp>
      <p:sp>
        <p:nvSpPr>
          <p:cNvPr id="14" name="THead"/>
          <p:cNvSpPr/>
          <p:nvPr/>
        </p:nvSpPr>
        <p:spPr>
          <a:xfrm>
            <a:off x="8248640" y="1750000"/>
            <a:ext cx="3400000" cy="500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wrap="square" lIns="90000" tIns="45000" rIns="90000" bIns="4500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</a:rPr>
              <a:t>Live result</a:t>
            </a:r>
          </a:p>
        </p:txBody>
      </p:sp>
      <p:sp>
        <p:nvSpPr>
          <p:cNvPr id="15" name="TCell"/>
          <p:cNvSpPr/>
          <p:nvPr/>
        </p:nvSpPr>
        <p:spPr>
          <a:xfrm>
            <a:off x="548640" y="2250000"/>
            <a:ext cx="21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</a:rPr>
              <a:t>Bank 1</a:t>
            </a:r>
          </a:p>
        </p:txBody>
      </p:sp>
      <p:sp>
        <p:nvSpPr>
          <p:cNvPr id="16" name="TCell"/>
          <p:cNvSpPr/>
          <p:nvPr/>
        </p:nvSpPr>
        <p:spPr>
          <a:xfrm>
            <a:off x="2648640" y="2250000"/>
            <a:ext cx="29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Verified Android App Links</a:t>
            </a:r>
          </a:p>
        </p:txBody>
      </p:sp>
      <p:sp>
        <p:nvSpPr>
          <p:cNvPr id="17" name="TCell"/>
          <p:cNvSpPr/>
          <p:nvPr/>
        </p:nvSpPr>
        <p:spPr>
          <a:xfrm>
            <a:off x="5548640" y="2250000"/>
            <a:ext cx="27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OS-verified ownership → direct launch</a:t>
            </a:r>
          </a:p>
        </p:txBody>
      </p:sp>
      <p:sp>
        <p:nvSpPr>
          <p:cNvPr id="18" name="TCell"/>
          <p:cNvSpPr/>
          <p:nvPr/>
        </p:nvSpPr>
        <p:spPr>
          <a:xfrm>
            <a:off x="8248640" y="2250000"/>
            <a:ext cx="3400000" cy="620000"/>
          </a:xfrm>
          <a:prstGeom prst="rect">
            <a:avLst/>
          </a:prstGeom>
          <a:solidFill>
            <a:srgbClr val="E8F5F0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Opens directly, zero prompt</a:t>
            </a:r>
          </a:p>
        </p:txBody>
      </p:sp>
      <p:sp>
        <p:nvSpPr>
          <p:cNvPr id="19" name="TCell"/>
          <p:cNvSpPr/>
          <p:nvPr/>
        </p:nvSpPr>
        <p:spPr>
          <a:xfrm>
            <a:off x="548640" y="2870000"/>
            <a:ext cx="21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</a:rPr>
              <a:t>Bank 2</a:t>
            </a:r>
          </a:p>
        </p:txBody>
      </p:sp>
      <p:sp>
        <p:nvSpPr>
          <p:cNvPr id="20" name="TCell"/>
          <p:cNvSpPr/>
          <p:nvPr/>
        </p:nvSpPr>
        <p:spPr>
          <a:xfrm>
            <a:off x="2648640" y="2870000"/>
            <a:ext cx="29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Verified iOS Universal Links</a:t>
            </a:r>
          </a:p>
        </p:txBody>
      </p:sp>
      <p:sp>
        <p:nvSpPr>
          <p:cNvPr id="21" name="TCell"/>
          <p:cNvSpPr/>
          <p:nvPr/>
        </p:nvSpPr>
        <p:spPr>
          <a:xfrm>
            <a:off x="5548640" y="2870000"/>
            <a:ext cx="27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Entitlement + AASA → intended silent handoff</a:t>
            </a:r>
          </a:p>
        </p:txBody>
      </p:sp>
      <p:sp>
        <p:nvSpPr>
          <p:cNvPr id="22" name="TCell"/>
          <p:cNvSpPr/>
          <p:nvPr/>
        </p:nvSpPr>
        <p:spPr>
          <a:xfrm>
            <a:off x="8248640" y="2870000"/>
            <a:ext cx="3400000" cy="620000"/>
          </a:xfrm>
          <a:prstGeom prst="rect">
            <a:avLst/>
          </a:prstGeom>
          <a:solidFill>
            <a:srgbClr val="FFE9B3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Safari + manual banner (free-account limit)</a:t>
            </a:r>
          </a:p>
        </p:txBody>
      </p:sp>
      <p:sp>
        <p:nvSpPr>
          <p:cNvPr id="23" name="TCell"/>
          <p:cNvSpPr/>
          <p:nvPr/>
        </p:nvSpPr>
        <p:spPr>
          <a:xfrm>
            <a:off x="548640" y="3490000"/>
            <a:ext cx="21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</a:rPr>
              <a:t>Bank 3</a:t>
            </a:r>
          </a:p>
        </p:txBody>
      </p:sp>
      <p:sp>
        <p:nvSpPr>
          <p:cNvPr id="24" name="TCell"/>
          <p:cNvSpPr/>
          <p:nvPr/>
        </p:nvSpPr>
        <p:spPr>
          <a:xfrm>
            <a:off x="2648640" y="3490000"/>
            <a:ext cx="29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iOS Smart App Banner</a:t>
            </a:r>
          </a:p>
        </p:txBody>
      </p:sp>
      <p:sp>
        <p:nvSpPr>
          <p:cNvPr id="25" name="TCell"/>
          <p:cNvSpPr/>
          <p:nvPr/>
        </p:nvSpPr>
        <p:spPr>
          <a:xfrm>
            <a:off x="5548640" y="3490000"/>
            <a:ext cx="27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Webpage &lt;meta&gt; tag → Safari-rendered banner</a:t>
            </a:r>
          </a:p>
        </p:txBody>
      </p:sp>
      <p:sp>
        <p:nvSpPr>
          <p:cNvPr id="26" name="TCell"/>
          <p:cNvSpPr/>
          <p:nvPr/>
        </p:nvSpPr>
        <p:spPr>
          <a:xfrm>
            <a:off x="8248640" y="3490000"/>
            <a:ext cx="3400000" cy="620000"/>
          </a:xfrm>
          <a:prstGeom prst="rect">
            <a:avLst/>
          </a:prstGeom>
          <a:solidFill>
            <a:srgbClr val="FFE9B3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Banner can't render (needs App Store listing)</a:t>
            </a:r>
          </a:p>
        </p:txBody>
      </p:sp>
      <p:sp>
        <p:nvSpPr>
          <p:cNvPr id="27" name="TCell"/>
          <p:cNvSpPr/>
          <p:nvPr/>
        </p:nvSpPr>
        <p:spPr>
          <a:xfrm>
            <a:off x="548640" y="4110000"/>
            <a:ext cx="21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</a:rPr>
              <a:t>Bank 4</a:t>
            </a:r>
          </a:p>
        </p:txBody>
      </p:sp>
      <p:sp>
        <p:nvSpPr>
          <p:cNvPr id="28" name="TCell"/>
          <p:cNvSpPr/>
          <p:nvPr/>
        </p:nvSpPr>
        <p:spPr>
          <a:xfrm>
            <a:off x="2648640" y="4110000"/>
            <a:ext cx="29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Android Explicit-Package Intent</a:t>
            </a:r>
          </a:p>
        </p:txBody>
      </p:sp>
      <p:sp>
        <p:nvSpPr>
          <p:cNvPr id="29" name="TCell"/>
          <p:cNvSpPr/>
          <p:nvPr/>
        </p:nvSpPr>
        <p:spPr>
          <a:xfrm>
            <a:off x="5548640" y="4110000"/>
            <a:ext cx="27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Sender names the exact package → direct launch</a:t>
            </a:r>
          </a:p>
        </p:txBody>
      </p:sp>
      <p:sp>
        <p:nvSpPr>
          <p:cNvPr id="30" name="TCell"/>
          <p:cNvSpPr/>
          <p:nvPr/>
        </p:nvSpPr>
        <p:spPr>
          <a:xfrm>
            <a:off x="8248640" y="4110000"/>
            <a:ext cx="3400000" cy="620000"/>
          </a:xfrm>
          <a:prstGeom prst="rect">
            <a:avLst/>
          </a:prstGeom>
          <a:solidFill>
            <a:srgbClr val="E8F5F0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Opens directly, zero prompt</a:t>
            </a:r>
          </a:p>
        </p:txBody>
      </p:sp>
      <p:sp>
        <p:nvSpPr>
          <p:cNvPr id="31" name="TCell"/>
          <p:cNvSpPr/>
          <p:nvPr/>
        </p:nvSpPr>
        <p:spPr>
          <a:xfrm>
            <a:off x="548640" y="4730000"/>
            <a:ext cx="21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</a:rPr>
              <a:t>Bank 5</a:t>
            </a:r>
          </a:p>
        </p:txBody>
      </p:sp>
      <p:sp>
        <p:nvSpPr>
          <p:cNvPr id="32" name="TCell"/>
          <p:cNvSpPr/>
          <p:nvPr/>
        </p:nvSpPr>
        <p:spPr>
          <a:xfrm>
            <a:off x="2648640" y="4730000"/>
            <a:ext cx="29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Deferred Deep Linking</a:t>
            </a:r>
          </a:p>
        </p:txBody>
      </p:sp>
      <p:sp>
        <p:nvSpPr>
          <p:cNvPr id="33" name="TCell"/>
          <p:cNvSpPr/>
          <p:nvPr/>
        </p:nvSpPr>
        <p:spPr>
          <a:xfrm>
            <a:off x="5548640" y="4730000"/>
            <a:ext cx="27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Clipboard carries the token across install</a:t>
            </a:r>
          </a:p>
        </p:txBody>
      </p:sp>
      <p:sp>
        <p:nvSpPr>
          <p:cNvPr id="34" name="TCell"/>
          <p:cNvSpPr/>
          <p:nvPr/>
        </p:nvSpPr>
        <p:spPr>
          <a:xfrm>
            <a:off x="8248640" y="4730000"/>
            <a:ext cx="3400000" cy="620000"/>
          </a:xfrm>
          <a:prstGeom prst="rect">
            <a:avLst/>
          </a:prstGeom>
          <a:solidFill>
            <a:srgbClr val="E8F5F0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Correct token recovered, both platforms</a:t>
            </a:r>
          </a:p>
        </p:txBody>
      </p:sp>
      <p:sp>
        <p:nvSpPr>
          <p:cNvPr id="35" name="TCell"/>
          <p:cNvSpPr/>
          <p:nvPr/>
        </p:nvSpPr>
        <p:spPr>
          <a:xfrm>
            <a:off x="548640" y="5350000"/>
            <a:ext cx="21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</a:rPr>
              <a:t>Unregistered link</a:t>
            </a:r>
          </a:p>
        </p:txBody>
      </p:sp>
      <p:sp>
        <p:nvSpPr>
          <p:cNvPr id="36" name="TCell"/>
          <p:cNvSpPr/>
          <p:nvPr/>
        </p:nvSpPr>
        <p:spPr>
          <a:xfrm>
            <a:off x="2648640" y="5350000"/>
            <a:ext cx="29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Core approach (Bank A/B/C)</a:t>
            </a:r>
          </a:p>
        </p:txBody>
      </p:sp>
      <p:sp>
        <p:nvSpPr>
          <p:cNvPr id="37" name="TCell"/>
          <p:cNvSpPr/>
          <p:nvPr/>
        </p:nvSpPr>
        <p:spPr>
          <a:xfrm>
            <a:off x="5548640" y="5350000"/>
            <a:ext cx="2700000" cy="6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No verification → chooser/picker is the point</a:t>
            </a:r>
          </a:p>
        </p:txBody>
      </p:sp>
      <p:sp>
        <p:nvSpPr>
          <p:cNvPr id="38" name="TCell"/>
          <p:cNvSpPr/>
          <p:nvPr/>
        </p:nvSpPr>
        <p:spPr>
          <a:xfrm>
            <a:off x="8248640" y="5350000"/>
            <a:ext cx="3400000" cy="620000"/>
          </a:xfrm>
          <a:prstGeom prst="rect">
            <a:avLst/>
          </a:prstGeom>
          <a:solidFill>
            <a:srgbClr val="E8F5F0"/>
          </a:solidFill>
          <a:ln w="6350">
            <a:solidFill>
              <a:srgbClr val="D9D9D9"/>
            </a:solidFill>
          </a:ln>
        </p:spPr>
        <p:txBody>
          <a:bodyPr wrap="square" lIns="90000" tIns="40000" rIns="90000" bIns="4000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</a:rPr>
              <a:t>Working end to end, both platforms</a:t>
            </a:r>
          </a:p>
        </p:txBody>
      </p:sp>
      <p:sp>
        <p:nvSpPr>
          <p:cNvPr id="900" name="Footer"/>
          <p:cNvSpPr/>
          <p:nvPr/>
        </p:nvSpPr>
        <p:spPr>
          <a:xfrm>
            <a:off x="548640" y="612000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</a:rPr>
              <a:t>See the preceding two slides for the full step-by-step sequence behind Bank 1's direct launch and the Bank 2 cross-platform negative case.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SGQR Deep Linking — Sequence Diagrams</dc:title>
  <dc:subject>PptxGenJS Presentation</dc:subject>
  <dc:creator>SGQR Deep Link Demo</dc:creator>
  <cp:lastModifiedBy>SGQR Deep Link Demo</cp:lastModifiedBy>
  <cp:revision>1</cp:revision>
  <dcterms:created xsi:type="dcterms:W3CDTF">2026-07-16T01:34:20Z</dcterms:created>
  <dcterms:modified xsi:type="dcterms:W3CDTF">2026-07-16T01:34:20Z</dcterms:modified>
</cp:coreProperties>
</file>