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QR scan to native app chooser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https link is deliberately unverified, so it opens in the browser first; the intent:// handoff triggers the real chooser.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unverified → default browser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GET /api/payload/:token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page: merchant, amount, [Continue to pay]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intent://pay?token=…  (scheme=sgqrpay)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14600" y="4681728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9464" y="4681728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sgqrpay:// matches 3 installed apps → native chooser: Bank A · Bank B · Bank 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4974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bank (A, B, or C)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57800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583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sgqrpay://pay?token=…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41848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42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602589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126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409944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QR scan to web picker to bank app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apple-app-site-association is hosted, so the link always falls through to Safari; each bank button fires that app's custom URL scheme.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Link record → Safari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/api/payload  +  /api/banks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page: merchant, amount, grid of bank tiles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one bank (A, B, or 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bank&lt;x&gt;demo://pay?token=…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9728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in ‘Bank X’?” system prompt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1051560" y="4837176"/>
            <a:ext cx="402336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97280" y="4937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21224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the link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05272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598932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089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373368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payment is single-use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bank app confirms first wins; the server atomically flips paid=true and rejects everyone after with 409.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144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490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980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4183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D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94183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B app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3327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874520" y="1911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194560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709160" y="2350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“bankA”}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63347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0" y="2916936"/>
            <a:ext cx="49377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291693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false → set paid=true, paidBy=“bankA” (atomic check-then-flip)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4663440" y="351129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3794760"/>
            <a:ext cx="40233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06624" y="379476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 amount from balance · show Success screen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74520" y="410565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(same QR, moments later)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389120"/>
            <a:ext cx="8503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543800" y="4544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“bankB”}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7498080" y="482803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126480" y="5111496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111496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true → reject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43800" y="5422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Conflict — payment already completed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98080" y="570585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83880" y="5989320"/>
            <a:ext cx="356616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38744" y="598932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“Already completed” message · balance unchanged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user journey, two platforms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5 steps are identical on Android and iOS — only how you pick a bank differs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82880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" y="1828800"/>
            <a:ext cx="868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37160" y="443484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" y="4434840"/>
            <a:ext cx="777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47088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9" name="Text 7"/>
          <p:cNvSpPr/>
          <p:nvPr/>
        </p:nvSpPr>
        <p:spPr>
          <a:xfrm>
            <a:off x="1847088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7008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011680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31620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6" name="Text 14"/>
          <p:cNvSpPr/>
          <p:nvPr/>
        </p:nvSpPr>
        <p:spPr>
          <a:xfrm>
            <a:off x="1531620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82112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browser (Chrome)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182112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16452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25" name="Text 23"/>
          <p:cNvSpPr/>
          <p:nvPr/>
        </p:nvSpPr>
        <p:spPr>
          <a:xfrm>
            <a:off x="3616452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16752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27" name="Text 25"/>
          <p:cNvSpPr/>
          <p:nvPr/>
        </p:nvSpPr>
        <p:spPr>
          <a:xfrm>
            <a:off x="601675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66944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76672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native app chooser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266944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76672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bank button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picker page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81344" y="3063240"/>
            <a:ext cx="0" cy="1371600"/>
          </a:xfrm>
          <a:prstGeom prst="line">
            <a:avLst/>
          </a:prstGeom>
          <a:noFill/>
          <a:ln w="19050">
            <a:solidFill>
              <a:srgbClr val="F96167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01284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34" name="Text 32"/>
          <p:cNvSpPr/>
          <p:nvPr/>
        </p:nvSpPr>
        <p:spPr>
          <a:xfrm>
            <a:off x="5701284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101584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36" name="Text 34"/>
          <p:cNvSpPr/>
          <p:nvPr/>
        </p:nvSpPr>
        <p:spPr>
          <a:xfrm>
            <a:off x="810158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51776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61504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351776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61504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266176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86116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3" name="Text 41"/>
          <p:cNvSpPr/>
          <p:nvPr/>
        </p:nvSpPr>
        <p:spPr>
          <a:xfrm>
            <a:off x="7786116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186416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45" name="Text 43"/>
          <p:cNvSpPr/>
          <p:nvPr/>
        </p:nvSpPr>
        <p:spPr>
          <a:xfrm>
            <a:off x="1018641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36608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46336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436608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46336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0351008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70948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52" name="Text 50"/>
          <p:cNvSpPr/>
          <p:nvPr/>
        </p:nvSpPr>
        <p:spPr>
          <a:xfrm>
            <a:off x="9870948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" y="598932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21295C"/>
          </a:solidFill>
          <a:ln/>
        </p:spPr>
      </p:sp>
      <p:sp>
        <p:nvSpPr>
          <p:cNvPr id="54" name="Text 52"/>
          <p:cNvSpPr/>
          <p:nvPr/>
        </p:nvSpPr>
        <p:spPr>
          <a:xfrm>
            <a:off x="822960" y="59893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user's side, it's one QR code and the same 5 beats every time — the only thing that changes is the mechanic behind step 3, driven entirely by how each OS treats an unregistered link.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 Deep Linking — Sequence Diagrams</dc:title>
  <dc:subject>PptxGenJS Presentation</dc:subject>
  <dc:creator>SGQR Deep Link Demo</dc:creator>
  <cp:lastModifiedBy>SGQR Deep Link Demo</cp:lastModifiedBy>
  <cp:revision>1</cp:revision>
  <dcterms:created xsi:type="dcterms:W3CDTF">2026-07-16T01:34:20Z</dcterms:created>
  <dcterms:modified xsi:type="dcterms:W3CDTF">2026-07-16T01:34:20Z</dcterms:modified>
</cp:coreProperties>
</file>