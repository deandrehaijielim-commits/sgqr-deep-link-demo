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3 bank buttons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user journey, two platforms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steps are identical on Android and iOS — only how you pick a bank differs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82880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" y="1828800"/>
            <a:ext cx="868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37160" y="443484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4434840"/>
            <a:ext cx="777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47088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011680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31620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31620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browser (Chrome)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182112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16452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25" name="Text 23"/>
          <p:cNvSpPr/>
          <p:nvPr/>
        </p:nvSpPr>
        <p:spPr>
          <a:xfrm>
            <a:off x="3616452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1675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66944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76672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native app chooser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66944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76672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bank button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picker page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81344" y="3063240"/>
            <a:ext cx="0" cy="137160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01284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5701284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36" name="Text 34"/>
          <p:cNvSpPr/>
          <p:nvPr/>
        </p:nvSpPr>
        <p:spPr>
          <a:xfrm>
            <a:off x="810158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51776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61504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51776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61504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66176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86116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3" name="Text 41"/>
          <p:cNvSpPr/>
          <p:nvPr/>
        </p:nvSpPr>
        <p:spPr>
          <a:xfrm>
            <a:off x="7786116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186416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45" name="Text 43"/>
          <p:cNvSpPr/>
          <p:nvPr/>
        </p:nvSpPr>
        <p:spPr>
          <a:xfrm>
            <a:off x="1018641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36608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46336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436608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46336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351008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70948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9870948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98932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21295C"/>
          </a:solidFill>
          <a:ln/>
        </p:spPr>
      </p:sp>
      <p:sp>
        <p:nvSpPr>
          <p:cNvPr id="54" name="Text 52"/>
          <p:cNvSpPr/>
          <p:nvPr/>
        </p:nvSpPr>
        <p:spPr>
          <a:xfrm>
            <a:off x="822960" y="5989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user's side, it's one QR code and the same 5 beats every time — the only thing that changes is the mechanic behind step 3, driven entirely by how each OS treats an unregistered link.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2026-07-14T02:54:47Z</dcterms:created>
  <dcterms:modified xsi:type="dcterms:W3CDTF">2026-07-14T02:54:47Z</dcterms:modified>
</cp:coreProperties>
</file>