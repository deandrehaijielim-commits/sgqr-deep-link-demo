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code, one link. Android and iOS end up in different places because of how each phone's operating system — not our server — decides what to do with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830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659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6060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29992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server, hosted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47472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payment record and gives it a token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QR code image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payment as paid — once, only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5087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7830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9659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26060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29992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page, served by the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47472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merchant name and amount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3 buttons: Bank A, B, C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page Safari actually reaches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5087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17830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19659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26060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29992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apps for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47472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separate apps, not 1 app with settings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its own name and app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listens for its own kind of link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link, two different endings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5544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175564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2743200"/>
            <a:ext cx="493776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01752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1546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9992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337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in the default browser first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379476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isn't "verified," so it opens like any normal web page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one button: "Continue to pay"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Tapping it opens the native chooser (next slide)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2743200"/>
            <a:ext cx="493776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01752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15468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29992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337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address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379476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has no record linking this domain to an app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just opens Safari, like any ordinary link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shows the picker page: 3 bank buttons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from browser tab to app chooser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native "Open with…" dialog to appear takes 3 extra steps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17830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19385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6060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opens normally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337560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(or whichever browser is default) opens the payment page, same as any website.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41071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4630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17830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193852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6060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"Continue"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337560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tap, not an automatic redirect — browsers block silent app-switching for security.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41071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4630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17830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193852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6060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tap opens a special link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337560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starting with intent:// instead of https:// — only apps can open this, not browsers.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41071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4630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17830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193852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6060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shows the chooser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337560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 can all open that link, so Android asks: which one?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71500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7150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intent:// and not https:// again? Chrome won't hand a link back to a browser (even itself) through this mechanism — it has to be a link only apps can claim.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hands off to the app you pick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85900" y="16916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1847088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514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the picker page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32461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link, so iOS treats it as an ordinary web address.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91840" y="137160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29100" y="16916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184708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4290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474720" y="2514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loads payment details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520440" y="32461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fetches the merchant name and amount, and shows 3 bank buttons.</a:t>
            </a:r>
            <a:endParaRPr lang="en-US" sz="11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035040" y="137160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972300" y="16916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1847088"/>
            <a:ext cx="329184" cy="32918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1722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6217920" y="2514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a bank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6263640" y="32461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opens a link like bankademo://pay — each bank app has its own.</a:t>
            </a:r>
            <a:endParaRPr lang="en-US" sz="115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8778240" y="137160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9715500" y="16916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1847088"/>
            <a:ext cx="329184" cy="32918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89154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19"/>
          <p:cNvSpPr/>
          <p:nvPr/>
        </p:nvSpPr>
        <p:spPr>
          <a:xfrm>
            <a:off x="8961120" y="2514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bank app opens</a:t>
            </a:r>
            <a:endParaRPr lang="en-US" sz="1500" dirty="0"/>
          </a:p>
        </p:txBody>
      </p:sp>
      <p:sp>
        <p:nvSpPr>
          <p:cNvPr id="29" name="Text 20"/>
          <p:cNvSpPr/>
          <p:nvPr/>
        </p:nvSpPr>
        <p:spPr>
          <a:xfrm>
            <a:off x="9006840" y="32461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recognizes the link belongs to that app and switches straight to it.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app: catching the incoming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to notice the link in two different situations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once, on startup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wasn't running — the link is what launched it. Checked a single time when the app starts.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Listened for, the whole time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 already open or in the background. A live subscription catches the link as it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60520"/>
            <a:ext cx="7863840" cy="1600200"/>
          </a:xfrm>
          <a:prstGeom prst="roundRect">
            <a:avLst>
              <a:gd name="adj" fmla="val 457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2628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891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Bug: both paths can fire for the same link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82312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startup, both checks can report the same link — without a guard, the payment screen opened twice. Fixed by remembering the last link handled and ignoring repeats.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41605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token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bank's own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right there in the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shared web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the last part of the address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complete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marks a payment "paid" the moment one bank confirms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first. The server marks the payment as paid and confirms.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a moment later. The server says it's already paid, so it's rejected.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3017520"/>
          </a:xfrm>
          <a:prstGeom prst="roundRect">
            <a:avLst>
              <a:gd name="adj" fmla="val 2424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for Bank A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amount is taken off its balance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balance updates instantly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the success screen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never assumes — it always asks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showing the payment, every bank app asks the server for the merchant name and amount again. The link itself only ever carries one thing — a token, not the actual payment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separate apps, not 1 app with settings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chooser needs 3 apps installed at once — one app can't appear 3 times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F96167"/>
          </a:solidFill>
          <a:ln/>
        </p:spPr>
      </p:sp>
      <p:sp>
        <p:nvSpPr>
          <p:cNvPr id="5" name="Shape 3"/>
          <p:cNvSpPr/>
          <p:nvPr/>
        </p:nvSpPr>
        <p:spPr>
          <a:xfrm>
            <a:off x="2103120" y="19202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21031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4290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0020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065A82"/>
          </a:solidFill>
          <a:ln/>
        </p:spPr>
      </p:sp>
      <p:sp>
        <p:nvSpPr>
          <p:cNvPr id="10" name="Shape 7"/>
          <p:cNvSpPr/>
          <p:nvPr/>
        </p:nvSpPr>
        <p:spPr>
          <a:xfrm>
            <a:off x="5806440" y="19202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1031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4290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0020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C7293"/>
          </a:solidFill>
          <a:ln/>
        </p:spPr>
      </p:sp>
      <p:sp>
        <p:nvSpPr>
          <p:cNvPr id="15" name="Shape 11"/>
          <p:cNvSpPr/>
          <p:nvPr/>
        </p:nvSpPr>
        <p:spPr>
          <a:xfrm>
            <a:off x="9509760" y="19202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21031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4290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516636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48640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67842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apps' code started as one copy, duplicated 3 times — it isn't shared behind the scenes. Fixing a bug in one app means copying that fix into the other two by hand.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0136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737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514600"/>
            <a:ext cx="4709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request (create, fetch, and 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code and the actual link resolution on each phone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Android's chooser and iOS's Safari fallback, both genuinely triggered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link whether the app is closed, open, or in the background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can only be completed once, even with 2 taps at once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protection against the page being embedded on another site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64592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0136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737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514600"/>
            <a:ext cx="4709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balance — just a number in the app,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— no real money moves, no real bank is involved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bank "paid" is just a label the server stores, not a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apps would register properly with Android/Apple so their own link opens automatically — we skip that on purpose to keep the chooser/picker page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different endings.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split comes from what each phone's OS does by default with an unregistered link — the app just gives Android one extra nudge to make the chooser appear.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2026-07-10T03:11:30Z</dcterms:created>
  <dcterms:modified xsi:type="dcterms:W3CDTF">2026-07-10T03:11:30Z</dcterms:modified>
</cp:coreProperties>
</file>