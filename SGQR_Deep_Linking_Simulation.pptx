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3 buttons: Bank A, B, C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3 bank buttons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3 bank buttons.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Bug: both paths can fire for the same link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startup, both checks can report the same link — without a guard, the payment screen opened twice. Fixed by remembering the last link handled and ignoring repeats.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514600"/>
          </a:xfrm>
          <a:prstGeom prst="roundRect">
            <a:avLst>
              <a:gd name="adj" fmla="val 2909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2026-07-10T07:17:57Z</dcterms:created>
  <dcterms:modified xsi:type="dcterms:W3CDTF">2026-07-10T07:17:57Z</dcterms:modified>
</cp:coreProperties>
</file>