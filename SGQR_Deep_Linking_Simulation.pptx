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9"/>
    <p:sldId id="267" r:id="rId18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3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498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SGQR-STYLE DEEP LINKING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QR-to-bank-app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flow works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QR code, one link. Android and iOS end up in different places because of how each phone's operating system — not our server — decides what to do with an unverified link.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91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8803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7091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9377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70916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406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9951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70916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4980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shared URL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hinges on one link: https://.../pay/:token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231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server, hosted on Render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payment record and gives it a token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QR code image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 payment as paid — once, only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231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Picker Page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page, served by the backend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66344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merchant name and amount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 4-per-row grid of bank tiles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page Safari actually reaches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0392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31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Bank Apps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50392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apps for Android + iOS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50392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separate apps, not 1 app with settings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its own name and app ID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listens for its own kind of link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link, two different endings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https://sgqr-deep-link-demo.onrender.com/pay/:token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37276" y="18288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444" y="202996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918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4290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600200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 link is deliberately left unverified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14400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claims cryptographic ownership, so Android can't skip asking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opens in the default browser first, like any normal web page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shows one button: "Continue to pay" (next slide)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611112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6885432" y="329184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71232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7571232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no Universal Link record is hosted for this domain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85432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requires a hosted association file to open an app directly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host one, so iOS treats it as an ordinary link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opens normally and shows the picker page: a grid of bank tiles, 4 per row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from browser tab to app chooser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native "Open with…" dialog to appear takes 3 extra steps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opens normally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(or whichever browser is default) opens the payment page, same as any website.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1363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0299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"Continue"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tap, not an automatic redirect — browsers block silent app-switching for security.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1363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0299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tap opens a special link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starting with intent:// instead of https:// — only apps can open this, not browsers.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1363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18745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0299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shows the chooser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 can all open that link, so Android asks: which one?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intent:// and not https:// again? Chrome won't hand a link back to a browser (even itself) through this mechanism — it has to be a link only apps can claim.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verify the Android App Link?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it directly on a device. Here's what actually happens.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android:autoVerify="true" to each app's intent-filter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/.well-known/assetlinks.json listing all 3 apps' real package names and signing certificate SHA-256 fingerprints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checks this file at install time — if it matches, the app is a verified owner of the link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skip the browser and the "Continue" tap entirely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on-device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apps verified successfully (adb confirmed "verified" for each)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 chooser ever appeared — the link opened one app directly, instantly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Reinstalling a different bank last changed which app opened — Android was picking the most-recently-installed verified app, silently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App Links and the disambiguation dialog are mutually exclusive by design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Safari hands off to the app you pick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flow: no Universal Link is registered for this domain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Safari opens the picker page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link, so iOS treats it as an ordinary web address.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loads payment details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fetches the merchant name and amount, and shows a grid of bank tiles, 4 per row.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3649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2585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a bank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opens a link like bankademo://pay — each bank app has its own.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3649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21031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2585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bank app opens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recognizes the link belongs to that app and switches straight to it.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4406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4406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skip this page? A hosted apple-app-site-association file plus each app's Associated Domains entitlement — Apple's equivalent of Android's assetlinks.json. We don't host one on purpose, so Safari always gets a chance to show the picker.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each app: catching the incoming link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has to notice the link in two different situations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16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8820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76479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8" name="Text 5"/>
          <p:cNvSpPr/>
          <p:nvPr/>
        </p:nvSpPr>
        <p:spPr>
          <a:xfrm>
            <a:off x="6812280" y="1764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876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once, on startup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07568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wasn't running — the link is what launched it. Checked a single time when the app starts.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1318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689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812280" y="304495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5" name="Text 11"/>
          <p:cNvSpPr/>
          <p:nvPr/>
        </p:nvSpPr>
        <p:spPr>
          <a:xfrm>
            <a:off x="6812280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OPEN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508760" y="2990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Listened for, the whole time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08760" y="335584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 already open or in the background. A live subscription catches the link as it arrives.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114800"/>
            <a:ext cx="7863840" cy="1417320"/>
          </a:xfrm>
          <a:prstGeom prst="roundRect">
            <a:avLst>
              <a:gd name="adj" fmla="val 5161"/>
            </a:avLst>
          </a:prstGeom>
          <a:solidFill>
            <a:srgbClr val="F96167">
              <a:alpha val="8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80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bugs found here, both fixed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54480" y="4736592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On startup, both checks can report the same link, opening the payment screen twice. ② A permanent “ignore repeats” guard then blocked re-opening that link later (e.g. after cancelling). Fixed: only ignore a repeat within 2 seconds of the last one.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686800" y="1600200"/>
            <a:ext cx="2953512" cy="3931920"/>
          </a:xfrm>
          <a:prstGeom prst="roundRect">
            <a:avLst>
              <a:gd name="adj" fmla="val 2477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915400" y="178308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token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915400" y="2194560"/>
            <a:ext cx="24963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bank's own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bankademo://pay?token=xyz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right there in the link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shared web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https://host/pay/xyz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the last part of the address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app can complete the payment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marks a payment "paid" the moment one bank confirms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83080" y="214884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17830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0" y="1783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first. The server marks the payment as paid and confirms.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74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67588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401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783080" y="3794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83280" y="3429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a moment later. The server says it's already paid, so it's rejected.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1554480"/>
            <a:ext cx="4462272" cy="2834640"/>
          </a:xfrm>
          <a:prstGeom prst="roundRect">
            <a:avLst>
              <a:gd name="adj" fmla="val 2581"/>
            </a:avLst>
          </a:prstGeom>
          <a:solidFill>
            <a:srgbClr val="2129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288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2440" y="18288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for Bank A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452360" y="2468880"/>
            <a:ext cx="391363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amount is taken off its balance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screen balance updates instantly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the success screen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 picker webpage flips to “completed” within ~2s (polling)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C7293">
              <a:alpha val="85000"/>
            </a:srgbClr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7608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093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never assumes — it always asks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463040" y="5458968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showing the payment, every bank app asks the server for the merchant name and amount again. The link itself only ever carries one thing — a token, not the actual payment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 separate apps, not 1 app with settings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chooser needs 3 apps installed at once — one app can't appear 3 times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214884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1305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9728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com.sgqrdemo.bankaapp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2628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1D3557"/>
          </a:solidFill>
          <a:ln/>
        </p:spPr>
      </p:sp>
      <p:sp>
        <p:nvSpPr>
          <p:cNvPr id="10" name="Shape 7"/>
          <p:cNvSpPr/>
          <p:nvPr/>
        </p:nvSpPr>
        <p:spPr>
          <a:xfrm>
            <a:off x="585216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21305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80060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com.sgqrdemo.bankbapp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bankbdemo://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A9D8F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1305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C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com.sgqrdemo.bankcapp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bankcdemo://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475488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065A82">
              <a:alpha val="7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07492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373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Copied, not shared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737360" y="5266944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apps' code started as one copy, duplicated 3 times — it isn't shared behind the scenes. Fixing a bug in one app means copying that fix into the other two by hand.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what's simulated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network request (create, fetch, and pay)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 code and the actual link resolution on each phone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Android's chooser and iOS's Safari fallback, both genuinely triggered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the link whether the app is closed, open, or in the background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can only be completed once, even with 2 taps at once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protection against the page being embedded on another site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73736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9280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balance — just a number in the app, resets on relaunch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— no real money moves, no real bank is involved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bank "paid" is just a label the server stores, not a settlement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single-bank app would verify its Android App Link and register its iOS Universal Link — we tested that, and it's what removes the chooser, so we skip it on purpose here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0312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link. Two different endings.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bank apps.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split comes from what each phone's OS does by default with an unregistered link. We even tested making Android's link official — it removed the tap, but it removed the choice too, so we kept things unregistered on purpose.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Methods Were Correct but Blocked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4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hosting checked out — a real external requirement stopped them short</a:t>
            </a:r>
          </a:p>
        </p:txBody>
      </p:sp>
      <p:sp>
        <p:nvSpPr>
          <p:cNvPr id="31" name="ColHeader"/>
          <p:cNvSpPr/>
          <p:nvPr/>
        </p:nvSpPr>
        <p:spPr>
          <a:xfrm>
            <a:off x="54864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2 — Verified iOS Universal Links</a:t>
            </a:r>
          </a:p>
        </p:txBody>
      </p:sp>
      <p:sp>
        <p:nvSpPr>
          <p:cNvPr id="32" name="ColHeader"/>
          <p:cNvSpPr/>
          <p:nvPr/>
        </p:nvSpPr>
        <p:spPr>
          <a:xfrm>
            <a:off x="629588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3 — iOS Smart App Banner</a:t>
            </a:r>
          </a:p>
        </p:txBody>
      </p:sp>
      <p:sp>
        <p:nvSpPr>
          <p:cNvPr id="33" name="Panel"/>
          <p:cNvSpPr/>
          <p:nvPr/>
        </p:nvSpPr>
        <p:spPr>
          <a:xfrm>
            <a:off x="54864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PanelTitle"/>
          <p:cNvSpPr/>
          <p:nvPr/>
        </p:nvSpPr>
        <p:spPr>
          <a:xfrm>
            <a:off x="76864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8AB2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5" name="PanelBody"/>
          <p:cNvSpPr/>
          <p:nvPr/>
        </p:nvSpPr>
        <p:spPr>
          <a:xfrm>
            <a:off x="76864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Entitlement: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Associated Domains, confirmed present in the signed binary via codesign.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apple-app-site-association served correctly at /.well-known/.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Full verification requires a paid Apple Developer Program membership.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iOS never created the per-app "Open Links" Settings entry — every test fell through to Safari with a manual banner, never a silent handoff.</a:t>
            </a:r>
          </a:p>
        </p:txBody>
      </p:sp>
      <p:sp>
        <p:nvSpPr>
          <p:cNvPr id="36" name="Panel"/>
          <p:cNvSpPr/>
          <p:nvPr/>
        </p:nvSpPr>
        <p:spPr>
          <a:xfrm>
            <a:off x="629588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PanelTitle"/>
          <p:cNvSpPr/>
          <p:nvPr/>
        </p:nvSpPr>
        <p:spPr>
          <a:xfrm>
            <a:off x="651588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8" name="PanelBody"/>
          <p:cNvSpPr/>
          <p:nvPr/>
        </p:nvSpPr>
        <p:spPr>
          <a:xfrm>
            <a:off x="651588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Tag: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 correct &lt;meta name="apple-itunes-app"&gt; with app-id and app-argument.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Deployed and reachable — page loads fine in Safari.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The app-id must match a real, published App Store listing.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 validates the app-id server-side, not just tag presence — a sideloaded, unpublished app can never trigger the banner, no matter how correct the tag is.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Deep-Linking Methods We Also Built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more mechanisms, each its own standalone app, each verified on a real device</a:t>
            </a:r>
          </a:p>
        </p:txBody>
      </p:sp>
      <p:sp>
        <p:nvSpPr>
          <p:cNvPr id="11" name="Card"/>
          <p:cNvSpPr/>
          <p:nvPr/>
        </p:nvSpPr>
        <p:spPr>
          <a:xfrm>
            <a:off x="548640" y="16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6A4C93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12" name="CardTitle"/>
          <p:cNvSpPr/>
          <p:nvPr/>
        </p:nvSpPr>
        <p:spPr>
          <a:xfrm>
            <a:off x="728640" y="18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1 — Verified Android App Links</a:t>
            </a:r>
          </a:p>
        </p:txBody>
      </p:sp>
      <p:sp>
        <p:nvSpPr>
          <p:cNvPr id="13" name="CardBody"/>
          <p:cNvSpPr/>
          <p:nvPr/>
        </p:nvSpPr>
        <p:spPr>
          <a:xfrm>
            <a:off x="728640" y="22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autoVerify="true" + hosted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assetlinks.json — proves domain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ownership via signing cert.</a:t>
            </a:r>
          </a:p>
        </p:txBody>
      </p:sp>
      <p:sp>
        <p:nvSpPr>
          <p:cNvPr id="14" name="Badge"/>
          <p:cNvSpPr/>
          <p:nvPr/>
        </p:nvSpPr>
        <p:spPr>
          <a:xfrm>
            <a:off x="728640" y="35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8CFFC1"/>
                </a:solidFill>
                <a:latin typeface="Calibri" pitchFamily="34" charset="0"/>
              </a:rPr>
              <a:t>✓ Tested live: opened directly,
zero prompt, no chooser.</a:t>
            </a:r>
          </a:p>
        </p:txBody>
      </p:sp>
      <p:sp>
        <p:nvSpPr>
          <p:cNvPr id="15" name="Card"/>
          <p:cNvSpPr/>
          <p:nvPr/>
        </p:nvSpPr>
        <p:spPr>
          <a:xfrm>
            <a:off x="4296880" y="16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118AB2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16" name="CardTitle"/>
          <p:cNvSpPr/>
          <p:nvPr/>
        </p:nvSpPr>
        <p:spPr>
          <a:xfrm>
            <a:off x="4476880" y="18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2 — Verified iOS Universal Links</a:t>
            </a:r>
          </a:p>
        </p:txBody>
      </p:sp>
      <p:sp>
        <p:nvSpPr>
          <p:cNvPr id="17" name="CardBody"/>
          <p:cNvSpPr/>
          <p:nvPr/>
        </p:nvSpPr>
        <p:spPr>
          <a:xfrm>
            <a:off x="4476880" y="22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Associated Domains entitlement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+ hosted apple-app-site-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association.</a:t>
            </a:r>
          </a:p>
        </p:txBody>
      </p:sp>
      <p:sp>
        <p:nvSpPr>
          <p:cNvPr id="18" name="Badge"/>
          <p:cNvSpPr/>
          <p:nvPr/>
        </p:nvSpPr>
        <p:spPr>
          <a:xfrm>
            <a:off x="4476880" y="35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FFD966"/>
                </a:solidFill>
                <a:latin typeface="Calibri" pitchFamily="34" charset="0"/>
              </a:rPr>
              <a:t>⚠ Needs a paid Apple Dev
account to fully verify — see next slide.</a:t>
            </a:r>
          </a:p>
        </p:txBody>
      </p:sp>
      <p:sp>
        <p:nvSpPr>
          <p:cNvPr id="19" name="Card"/>
          <p:cNvSpPr/>
          <p:nvPr/>
        </p:nvSpPr>
        <p:spPr>
          <a:xfrm>
            <a:off x="8045120" y="16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B5651D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20" name="CardTitle"/>
          <p:cNvSpPr/>
          <p:nvPr/>
        </p:nvSpPr>
        <p:spPr>
          <a:xfrm>
            <a:off x="8225120" y="18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3 — iOS Smart App Banner</a:t>
            </a:r>
          </a:p>
        </p:txBody>
      </p:sp>
      <p:sp>
        <p:nvSpPr>
          <p:cNvPr id="21" name="CardBody"/>
          <p:cNvSpPr/>
          <p:nvPr/>
        </p:nvSpPr>
        <p:spPr>
          <a:xfrm>
            <a:off x="8225120" y="22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 webpage &lt;meta&gt; tag offering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to open (or install) the app —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no entitlement needed.</a:t>
            </a:r>
          </a:p>
        </p:txBody>
      </p:sp>
      <p:sp>
        <p:nvSpPr>
          <p:cNvPr id="22" name="Badge"/>
          <p:cNvSpPr/>
          <p:nvPr/>
        </p:nvSpPr>
        <p:spPr>
          <a:xfrm>
            <a:off x="8225120" y="35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FFD966"/>
                </a:solidFill>
                <a:latin typeface="Calibri" pitchFamily="34" charset="0"/>
              </a:rPr>
              <a:t>⚠ Needs a real App Store
listing to render — see next slide.</a:t>
            </a:r>
          </a:p>
        </p:txBody>
      </p:sp>
      <p:sp>
        <p:nvSpPr>
          <p:cNvPr id="23" name="Card"/>
          <p:cNvSpPr/>
          <p:nvPr/>
        </p:nvSpPr>
        <p:spPr>
          <a:xfrm>
            <a:off x="2422760" y="41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E07A5F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24" name="CardTitle"/>
          <p:cNvSpPr/>
          <p:nvPr/>
        </p:nvSpPr>
        <p:spPr>
          <a:xfrm>
            <a:off x="2602760" y="43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4 — Explicit-Package Intent</a:t>
            </a:r>
          </a:p>
        </p:txBody>
      </p:sp>
      <p:sp>
        <p:nvSpPr>
          <p:cNvPr id="25" name="CardBody"/>
          <p:cNvSpPr/>
          <p:nvPr/>
        </p:nvSpPr>
        <p:spPr>
          <a:xfrm>
            <a:off x="2602760" y="47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Link names the exact target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package directly — Android has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nothing left to disambiguate.</a:t>
            </a:r>
          </a:p>
        </p:txBody>
      </p:sp>
      <p:sp>
        <p:nvSpPr>
          <p:cNvPr id="26" name="Badge"/>
          <p:cNvSpPr/>
          <p:nvPr/>
        </p:nvSpPr>
        <p:spPr>
          <a:xfrm>
            <a:off x="2602760" y="60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8CFFC1"/>
                </a:solidFill>
                <a:latin typeface="Calibri" pitchFamily="34" charset="0"/>
              </a:rPr>
              <a:t>✓ Tested live: opened directly,
zero prompt, no chooser.</a:t>
            </a:r>
          </a:p>
        </p:txBody>
      </p:sp>
      <p:sp>
        <p:nvSpPr>
          <p:cNvPr id="27" name="Card"/>
          <p:cNvSpPr/>
          <p:nvPr/>
        </p:nvSpPr>
        <p:spPr>
          <a:xfrm>
            <a:off x="6171000" y="41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28" name="CardTitle"/>
          <p:cNvSpPr/>
          <p:nvPr/>
        </p:nvSpPr>
        <p:spPr>
          <a:xfrm>
            <a:off x="6351000" y="43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5 — Deferred Deep Linking</a:t>
            </a:r>
          </a:p>
        </p:txBody>
      </p:sp>
      <p:sp>
        <p:nvSpPr>
          <p:cNvPr id="29" name="CardBody"/>
          <p:cNvSpPr/>
          <p:nvPr/>
        </p:nvSpPr>
        <p:spPr>
          <a:xfrm>
            <a:off x="6351000" y="47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Simulated via clipboard — the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real store-based mechanism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isn't possible when sideloaded.</a:t>
            </a:r>
          </a:p>
        </p:txBody>
      </p:sp>
      <p:sp>
        <p:nvSpPr>
          <p:cNvPr id="30" name="Badge"/>
          <p:cNvSpPr/>
          <p:nvPr/>
        </p:nvSpPr>
        <p:spPr>
          <a:xfrm>
            <a:off x="6351000" y="60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8CFFC1"/>
                </a:solidFill>
                <a:latin typeface="Calibri" pitchFamily="34" charset="0"/>
              </a:rPr>
              <a:t>✓ Tested live on Android + iOS:
correct token recovered both times.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SGQR-Style Deep Linking Simulation</dc:title>
  <dc:subject>PptxGenJS Presentation</dc:subject>
  <dc:creator>SGQR Deep Link Demo</dc:creator>
  <cp:lastModifiedBy>SGQR Deep Link Demo</cp:lastModifiedBy>
  <cp:revision>1</cp:revision>
  <dcterms:created xsi:type="dcterms:W3CDTF">2026-07-16T01:33:30Z</dcterms:created>
  <dcterms:modified xsi:type="dcterms:W3CDTF">2026-07-16T01:33:30Z</dcterms:modified>
</cp:coreProperties>
</file>