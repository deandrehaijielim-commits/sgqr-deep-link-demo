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code. Two platforms. Zero backend branching — Android and iOS diverge purely from how each OS resolves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/ Express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Mints payment tokens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QR PNGs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 pay endpoint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659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 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HTML, served by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only by Safari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payload live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buttons → custom scheme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5087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1783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9659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29992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Flutter,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47472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projects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scheme + bundle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for deep links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URL, one deliberate omission each side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5544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175564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74320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01752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1546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999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337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android:autoVerify, no assetlinks.json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 register unverified BROWSABLE intent-filters for the same host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can't cryptographically award ownership to one app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native “Open with…” chooser dialog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274320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01752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15468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2999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337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hosted apple-app-site-association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37947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association exists for this domain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treats it as an ordinary link → opens Safari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loads the picker page, which offers 3 bank buttons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page hands off via custom scheme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859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18470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pay.html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has no Universal Link record, so the https:// link opens normally in Safari.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918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291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18470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290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4747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fetches payload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5204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calls GET /api/payload/:token and GET /api/banks, renders merchant + 3 bank buttons.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350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972300" y="1691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1847088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172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62179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 a bank button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2636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onclick sets window.location.href to bankademo://pay?token=... — a custom URL scheme.</a:t>
            </a:r>
            <a:endParaRPr lang="en-US" sz="11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8778240" y="137160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9715500" y="1691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184708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89154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19"/>
          <p:cNvSpPr/>
          <p:nvPr/>
        </p:nvSpPr>
        <p:spPr>
          <a:xfrm>
            <a:off x="8961120" y="25146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 hands off to app</a:t>
            </a:r>
            <a:endParaRPr lang="en-US" sz="1500" dirty="0"/>
          </a:p>
        </p:txBody>
      </p:sp>
      <p:sp>
        <p:nvSpPr>
          <p:cNvPr id="29" name="Text 20"/>
          <p:cNvSpPr/>
          <p:nvPr/>
        </p:nvSpPr>
        <p:spPr>
          <a:xfrm>
            <a:off x="9006840" y="32461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scheme is registered in that app's Info.plist → system confirms → app opens directly to Confirm screen.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Flutter app: catching the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app_links package — two entry points, one dedupe guard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getInitialLink()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once at startup. Covers cold start — the app wasn't running and the link launched it directly.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/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uriLinkStream.listen(...)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subscription. Fires while the app is backgrounded or already in the foreground when the link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60520"/>
            <a:ext cx="7863840" cy="1600200"/>
          </a:xfrm>
          <a:prstGeom prst="roundRect">
            <a:avLst>
              <a:gd name="adj" fmla="val 457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2628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891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bug both paths can trigger together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8231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cold start, uriLinkStream can re-emit the same URI that getInitialLink() already returned — without a guard this pushes the Confirm screen twice. Fixed by comparing every incoming URI against _lastHandledUri before acting.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41605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extraction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scheme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read from query params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Universal-link-style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read from last path segment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win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— atomic check-then-flip on the server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payload.paid was false → flips to true, paidBy: "bankA", returns 200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payload.paid already true → server returns 409, app shows “already completed”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3017520"/>
          </a:xfrm>
          <a:prstGeom prst="roundRect">
            <a:avLst>
              <a:gd name="adj" fmla="val 2424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success (Bank A)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local BalanceStore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ValueNotifier updates Home screen live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Success screen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trusts the client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refetches merchant/amount fresh from GET /api/payload/:token before showing Confirm — nothing sensitive is trusted from the link itself, only the opaque token.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real apps, not 1 app with flavors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binary can only be one app at a time on the device — the chooser needs 3 distinct installs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6167"/>
          </a:solidFill>
          <a:ln/>
        </p:spPr>
      </p:sp>
      <p:sp>
        <p:nvSpPr>
          <p:cNvPr id="5" name="Shape 3"/>
          <p:cNvSpPr/>
          <p:nvPr/>
        </p:nvSpPr>
        <p:spPr>
          <a:xfrm>
            <a:off x="210312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065A82"/>
          </a:solidFill>
          <a:ln/>
        </p:spPr>
      </p:sp>
      <p:sp>
        <p:nvSpPr>
          <p:cNvPr id="10" name="Shape 7"/>
          <p:cNvSpPr/>
          <p:nvPr/>
        </p:nvSpPr>
        <p:spPr>
          <a:xfrm>
            <a:off x="580644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031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0020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C7293"/>
          </a:solidFill>
          <a:ln/>
        </p:spPr>
      </p:sp>
      <p:sp>
        <p:nvSpPr>
          <p:cNvPr id="15" name="Shape 11"/>
          <p:cNvSpPr/>
          <p:nvPr/>
        </p:nvSpPr>
        <p:spPr>
          <a:xfrm>
            <a:off x="9509760" y="19202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1031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4290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516636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48640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67842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source (screens, deep-link handling, API calls) is copy-pasted across the 3 projects, not imported as a shared package — a bug fix in one must be applied to all three manually.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0136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network calls (payload create/fetch/pay)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generation and OS-level link resolution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chooser vs. iOS Safari fallback behavior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Cold/warm-start deep link handling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Race-condition-safe single-use payment logic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Clickjacking protection (X-Frame-Options / CSP)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0136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51460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balance — in-memory,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itself — no money moves, no bank rails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“paidBy” is just a label, not a real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Link / Universal Link verification left off on purpose — real integrations would configure it per bank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OS-native paths.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chooser-vs-picker split comes from what's deliberately left unverified — not from a single line of platform-detection code.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2026-07-09T03:03:02Z</dcterms:created>
  <dcterms:modified xsi:type="dcterms:W3CDTF">2026-07-09T03:03:02Z</dcterms:modified>
</cp:coreProperties>
</file>