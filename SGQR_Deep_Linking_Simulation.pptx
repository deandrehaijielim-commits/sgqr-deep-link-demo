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3 buttons: Bank A, B, C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in the default browser first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isn't "verified," so it opens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Tapping it opens the native chooser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address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has no record linking this domain to an app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just opens Safari, like any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shows the picker page: 3 bank buttons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3 bank buttons.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19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29" name="Text 20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Bug: both paths can fire for the same link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startup, both checks can report the same link — without a guard, the payment screen opened twice. Fixed by remembering the last link handled and ignoring repeats.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514600"/>
          </a:xfrm>
          <a:prstGeom prst="roundRect">
            <a:avLst>
              <a:gd name="adj" fmla="val 2909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apps would register properly with Android/Apple so their own link opens automatically — we skip that on purpose to keep the chooser/picker page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 — the app just gives Android one extra nudge to make the chooser appear.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2026-07-10T05:59:22Z</dcterms:created>
  <dcterms:modified xsi:type="dcterms:W3CDTF">2026-07-10T05:59:22Z</dcterms:modified>
</cp:coreProperties>
</file>