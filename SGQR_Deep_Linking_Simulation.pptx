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498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SGQR-STYLE DEEP LINKING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1463040"/>
            <a:ext cx="9601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QR-to-bank-app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flow works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429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QR code, one link. Android and iOS end up in different places because of how each phone's operating system — not our server — decides what to do with an unverified link.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0916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8803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47091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832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9377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709160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4406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9951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4709160"/>
            <a:ext cx="320040" cy="3200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4980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pieces, one shared URL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hinges on one link: https://.../pay/:token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129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231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2296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server, hosted on Render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2296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payment record and gives it a token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the QR code image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 payment as paid — once, only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912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065A8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4231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Picker Page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66344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web page, served by the backend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466344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merchant name and amount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3 buttons: Bank A, B, C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page Safari actually reaches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2960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0392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1C729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42316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0392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Bank Apps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50392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apps for Android + iOS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850392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separate apps, not 1 app with settings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has its own name and app ID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listens for its own kind of link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link, two different endings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https://sgqr-deep-link-demo.onrender.com/pay/:token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37276" y="182880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8444" y="2029968"/>
            <a:ext cx="512064" cy="512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32918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4290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1600200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the link is deliberately left unverified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914400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claims cryptographic ownership, so Android can't skip asking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opens in the default browser first, like any normal web page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shows one button: "Continue to pay" (next slide)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611112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6885432" y="3291840"/>
            <a:ext cx="548640" cy="548640"/>
          </a:xfrm>
          <a:prstGeom prst="ellipse">
            <a:avLst/>
          </a:prstGeom>
          <a:solidFill>
            <a:srgbClr val="5EEAD4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2" y="34290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71232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7571232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no Universal Link record is hosted for this domain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6885432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requires a hosted association file to open an app directly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host one, so iOS treats it as an ordinary link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opens normally and shows the picker page: 3 bank buttons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Android: from browser tab to app chooser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native "Open with…" dialog to appear takes 3 extra steps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0299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opens normally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(or whichever browser is default) opens the payment page, same as any website.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1363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0299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"Continue"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tap, not an automatic redirect — browsers block silent app-switching for security.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1363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0299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tap opens a special link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 starting with intent:// instead of https:// — only apps can open this, not browsers.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1363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18745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0299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 shows the chooser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 can all open that link, so Android asks: which one?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intent:// and not https:// again? Chrome won't hand a link back to a browser (even itself) through this mechanism — it has to be a link only apps can claim.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just verify the Android App Link?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it directly on a device. Here's what actually happens.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android:autoVerify="true" to each app's intent-filter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/.well-known/assetlinks.json listing all 3 apps' real package names and signing certificate SHA-256 fingerprints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checks this file at install time — if it matches, the app is a verified owner of the link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skip the browser and the "Continue" tap entirely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 on-device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23774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apps verified successfully (adb confirmed "verified" for each)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 chooser ever appeared — the link opened one app directly, instantly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Reinstalling a different bank last changed which app opened — Android was picking the most-recently-installed verified app, silently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App Links and the disambiguation dialog are mutually exclusive by design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Safari hands off to the app you pick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flow: no Universal Link is registered for this domain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Safari opens the picker page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is registered for this link, so iOS treats it as an ordinary web address.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3649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2585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loads payment details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fetches the merchant name and amount, and shows 3 bank buttons.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3649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2585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a bank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opens a link like bankademo://pay — each bank app has its own.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3649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21031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2585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bank app opens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recognizes the link belongs to that app and switches straight to it.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4406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4406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skip this page? A hosted apple-app-site-association file plus each app's Associated Domains entitlement — Apple's equivalent of Android's assetlinks.json. We don't host one on purpose, so Safari always gets a chance to show the picker.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each app: catching the incoming link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has to notice the link in two different situations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166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88820"/>
            <a:ext cx="274320" cy="274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12280" y="176479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8" name="Text 5"/>
          <p:cNvSpPr/>
          <p:nvPr/>
        </p:nvSpPr>
        <p:spPr>
          <a:xfrm>
            <a:off x="6812280" y="1764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508760" y="1709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once, on startup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08760" y="207568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wasn't running — the link is what launched it. Checked a single time when the app starts.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8036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31318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68980"/>
            <a:ext cx="274320" cy="27432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812280" y="304495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5" name="Text 11"/>
          <p:cNvSpPr/>
          <p:nvPr/>
        </p:nvSpPr>
        <p:spPr>
          <a:xfrm>
            <a:off x="6812280" y="3044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OPEN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508760" y="29900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Listened for, the whole time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508760" y="335584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 already open or in the background. A live subscription catches the link as it arrives.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4114800"/>
            <a:ext cx="7863840" cy="1417320"/>
          </a:xfrm>
          <a:prstGeom prst="roundRect">
            <a:avLst>
              <a:gd name="adj" fmla="val 5161"/>
            </a:avLst>
          </a:prstGeom>
          <a:solidFill>
            <a:srgbClr val="F96167">
              <a:alpha val="85000"/>
            </a:srgbClr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480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54480" y="43434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bugs found here, both fixed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554480" y="4736592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On startup, both checks can report the same link, opening the payment screen twice. ② A permanent “ignore repeats” guard then blocked re-opening that link later (e.g. after cancelling). Fixed: only ignore a repeat within 2 seconds of the last one.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686800" y="1600200"/>
            <a:ext cx="2953512" cy="3931920"/>
          </a:xfrm>
          <a:prstGeom prst="roundRect">
            <a:avLst>
              <a:gd name="adj" fmla="val 2477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915400" y="178308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token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8915400" y="2194560"/>
            <a:ext cx="24963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bank's own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bankademo://pay?token=xyz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right there in the link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shared web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https://host/pay/xyz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the last part of the address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bank app can complete the payment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marks a payment "paid" the moment one bank confirms it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02996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755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783080" y="214884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1783080" y="2148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83280" y="17830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first. The server marks the payment as paid and confirms.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47472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3675888"/>
            <a:ext cx="420624" cy="4206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3401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1783080" y="3794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16" name="Text 12"/>
          <p:cNvSpPr/>
          <p:nvPr/>
        </p:nvSpPr>
        <p:spPr>
          <a:xfrm>
            <a:off x="178308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LATE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383280" y="3429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a moment later. The server says it's already paid, so it's rejected.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178040" y="1554480"/>
            <a:ext cx="4462272" cy="2834640"/>
          </a:xfrm>
          <a:prstGeom prst="roundRect">
            <a:avLst>
              <a:gd name="adj" fmla="val 2581"/>
            </a:avLst>
          </a:prstGeom>
          <a:solidFill>
            <a:srgbClr val="21295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2880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92440" y="182880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for Bank A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7452360" y="2468880"/>
            <a:ext cx="391363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paid amount is taken off its balance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 screen balance updates instantly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shows the success screen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open picker webpage flips to “completed” within ~2s (polling)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489204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1C7293">
              <a:alpha val="85000"/>
            </a:srgbClr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276088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50932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 never assumes — it always asks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1463040" y="5458968"/>
            <a:ext cx="10085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showing the payment, every bank app asks the server for the merchant name and amount again. The link itself only ever carries one thing — a token, not the actual payment details.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3 separate apps, not 1 app with settings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chooser needs 3 apps installed at once — one app can't appear 3 times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214884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3432" y="21305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9728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com.sgqrdemo.bankaapp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2628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1D3557"/>
          </a:solidFill>
          <a:ln/>
        </p:spPr>
      </p:sp>
      <p:sp>
        <p:nvSpPr>
          <p:cNvPr id="10" name="Shape 7"/>
          <p:cNvSpPr/>
          <p:nvPr/>
        </p:nvSpPr>
        <p:spPr>
          <a:xfrm>
            <a:off x="585216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213055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80060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com.sgqrdemo.bankbapp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bankbdemo://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2A9D8F"/>
          </a:solidFill>
          <a:ln/>
        </p:spPr>
      </p:sp>
      <p:sp>
        <p:nvSpPr>
          <p:cNvPr id="15" name="Shape 11"/>
          <p:cNvSpPr/>
          <p:nvPr/>
        </p:nvSpPr>
        <p:spPr>
          <a:xfrm>
            <a:off x="955548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72" y="213055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C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50392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com.sgqrdemo.bankcapp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bankcdemo://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22960" y="4754880"/>
            <a:ext cx="10543032" cy="1234440"/>
          </a:xfrm>
          <a:prstGeom prst="roundRect">
            <a:avLst>
              <a:gd name="adj" fmla="val 5926"/>
            </a:avLst>
          </a:prstGeom>
          <a:solidFill>
            <a:srgbClr val="065A82">
              <a:alpha val="75000"/>
            </a:srgbClr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5074920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737360" y="49194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Copied, not shared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737360" y="5266944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 apps' code started as one copy, duplicated 3 times — it isn't shared behind the scenes. Fixing a bug in one app means copying that fix into the other two by hand.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real, what's simulated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92808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network request (create, fetch, and pay)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QR code and the actual link resolution on each phone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Android's chooser and iOS's Safari fallback, both genuinely triggered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the link whether the app is closed, open, or in the background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payment can only be completed once, even with 2 taps at once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protection against the page being embedded on another site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737360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89280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583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balance — just a number in the app, resets on relaunch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payment — no real money moves, no real bank is involved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bank "paid" is just a label the server stores, not a settlement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single-bank app would verify its Android App Link and register its iOS Universal Link — we tested that, and it's what removes the chooser, so we skip it on purpose here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103120"/>
            <a:ext cx="9875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link. Two different endings.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 bank apps.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6576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split comes from what each phone's OS does by default with an unregistered link. We even tested making Android's link official — it removed the tap, but it removed the choice too, so we kept things unregistered on purpose.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SGQR-Style Deep Linking Simulation</dc:title>
  <dc:subject>PptxGenJS Presentation</dc:subject>
  <dc:creator>SGQR Deep Link Demo</dc:creator>
  <cp:lastModifiedBy>SGQR Deep Link Demo</cp:lastModifiedBy>
  <cp:revision>1</cp:revision>
  <dcterms:created xsi:type="dcterms:W3CDTF">2026-07-14T08:18:28Z</dcterms:created>
  <dcterms:modified xsi:type="dcterms:W3CDTF">2026-07-14T08:18:28Z</dcterms:modified>
</cp:coreProperties>
</file>